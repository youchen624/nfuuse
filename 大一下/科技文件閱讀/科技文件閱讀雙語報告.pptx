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92" r:id="rId5"/>
    <p:sldId id="260" r:id="rId6"/>
    <p:sldId id="261" r:id="rId7"/>
    <p:sldId id="262" r:id="rId8"/>
    <p:sldId id="290" r:id="rId9"/>
    <p:sldId id="264" r:id="rId10"/>
    <p:sldId id="265" r:id="rId11"/>
    <p:sldId id="293" r:id="rId12"/>
    <p:sldId id="294" r:id="rId13"/>
    <p:sldId id="295" r:id="rId14"/>
    <p:sldId id="296" r:id="rId15"/>
    <p:sldId id="297" r:id="rId16"/>
    <p:sldId id="298" r:id="rId17"/>
    <p:sldId id="277" r:id="rId1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FF9999"/>
    <a:srgbClr val="A466D8"/>
    <a:srgbClr val="CDEDF8"/>
    <a:srgbClr val="FDD5C9"/>
    <a:srgbClr val="D5F4DD"/>
    <a:srgbClr val="FDF0CE"/>
    <a:srgbClr val="149CCA"/>
    <a:srgbClr val="E03E0D"/>
    <a:srgbClr val="32CB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淺色樣式 1 - 輔色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6" autoAdjust="0"/>
    <p:restoredTop sz="96247" autoAdjust="0"/>
  </p:normalViewPr>
  <p:slideViewPr>
    <p:cSldViewPr snapToGrid="0">
      <p:cViewPr varScale="1">
        <p:scale>
          <a:sx n="78" d="100"/>
          <a:sy n="78" d="100"/>
        </p:scale>
        <p:origin x="-758"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7" name="橢圓 6"/>
          <p:cNvSpPr/>
          <p:nvPr userDrawn="1"/>
        </p:nvSpPr>
        <p:spPr>
          <a:xfrm>
            <a:off x="3988526" y="1321526"/>
            <a:ext cx="4214949" cy="421494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p:cNvSpPr/>
          <p:nvPr userDrawn="1"/>
        </p:nvSpPr>
        <p:spPr>
          <a:xfrm>
            <a:off x="4180114" y="1513114"/>
            <a:ext cx="3831772" cy="3831772"/>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p:cNvSpPr txBox="1"/>
          <p:nvPr userDrawn="1"/>
        </p:nvSpPr>
        <p:spPr>
          <a:xfrm>
            <a:off x="5875427" y="3429000"/>
            <a:ext cx="441146" cy="94578"/>
          </a:xfrm>
          <a:prstGeom prst="rect">
            <a:avLst/>
          </a:prstGeom>
          <a:noFill/>
        </p:spPr>
        <p:txBody>
          <a:bodyPr wrap="none" rtlCol="0">
            <a:spAutoFit/>
          </a:bodyPr>
          <a:lstStyle/>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zh-TW" altLang="en-US" sz="2000" dirty="0" smtClean="0">
              <a:solidFill>
                <a:srgbClr val="F8B70C"/>
              </a:solidFill>
              <a:effectLst/>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zh-TW" altLang="en-US" sz="2000" dirty="0" smtClean="0">
              <a:solidFill>
                <a:srgbClr val="F8B70C"/>
              </a:solidFill>
              <a:effectLst/>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zh-TW" altLang="en-US" sz="2000" dirty="0" smtClean="0">
              <a:solidFill>
                <a:srgbClr val="F8B70C"/>
              </a:solidFill>
              <a:effectLst/>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zh-TW" altLang="en-US" sz="2000" dirty="0" smtClean="0">
              <a:solidFill>
                <a:srgbClr val="F8B70C"/>
              </a:solidFill>
              <a:effectLst/>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zh-TW" altLang="en-US" sz="2000" dirty="0" smtClean="0">
              <a:solidFill>
                <a:srgbClr val="F8B70C"/>
              </a:solidFill>
              <a:effectLst/>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zh-TW" altLang="en-US" sz="2000" dirty="0" smtClean="0">
              <a:solidFill>
                <a:srgbClr val="F8B70C"/>
              </a:solidFill>
              <a:effectLst/>
            </a:endParaRPr>
          </a:p>
        </p:txBody>
      </p:sp>
      <p:sp>
        <p:nvSpPr>
          <p:cNvPr id="10" name="文字方塊 9"/>
          <p:cNvSpPr txBox="1"/>
          <p:nvPr userDrawn="1"/>
        </p:nvSpPr>
        <p:spPr>
          <a:xfrm>
            <a:off x="5875427" y="3429000"/>
            <a:ext cx="441146" cy="94578"/>
          </a:xfrm>
          <a:prstGeom prst="rect">
            <a:avLst/>
          </a:prstGeom>
          <a:noFill/>
        </p:spPr>
        <p:txBody>
          <a:bodyPr wrap="none" rtlCol="0">
            <a:spAutoFit/>
          </a:bodyPr>
          <a:lstStyle/>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zh-TW" altLang="en-US" sz="2000" dirty="0" smtClean="0">
              <a:solidFill>
                <a:srgbClr val="F8B70C"/>
              </a:solidFill>
              <a:effectLst/>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zh-TW" altLang="en-US" sz="2000" dirty="0" smtClean="0">
              <a:solidFill>
                <a:srgbClr val="F8B70C"/>
              </a:solidFill>
              <a:effectLst/>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zh-TW" altLang="en-US" sz="2000" dirty="0" smtClean="0">
              <a:solidFill>
                <a:srgbClr val="F8B70C"/>
              </a:solidFill>
              <a:effectLst/>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zh-TW" altLang="en-US" sz="2000" dirty="0" smtClean="0">
              <a:solidFill>
                <a:srgbClr val="F8B70C"/>
              </a:solidFill>
              <a:effectLst/>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zh-TW" altLang="en-US" sz="2000" dirty="0" smtClean="0">
              <a:solidFill>
                <a:srgbClr val="F8B70C"/>
              </a:solidFill>
              <a:effectLst/>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en-US" altLang="zh-TW" sz="2000" dirty="0" smtClean="0">
              <a:solidFill>
                <a:srgbClr val="F8B70C"/>
              </a:solidFill>
              <a:effectLst/>
              <a:sym typeface="Webdings" panose="05030102010509060703" pitchFamily="18" charset="2"/>
            </a:endParaRPr>
          </a:p>
          <a:p>
            <a:pPr>
              <a:lnSpc>
                <a:spcPts val="0"/>
              </a:lnSpc>
            </a:pPr>
            <a:r>
              <a:rPr lang="zh-TW" altLang="en-US" sz="2000" dirty="0" smtClean="0">
                <a:solidFill>
                  <a:srgbClr val="F8B70C"/>
                </a:solidFill>
                <a:effectLst/>
                <a:sym typeface="Webdings" panose="05030102010509060703" pitchFamily="18" charset="2"/>
              </a:rPr>
              <a:t></a:t>
            </a:r>
            <a:endParaRPr lang="zh-TW" altLang="en-US" sz="2000" dirty="0" smtClean="0">
              <a:solidFill>
                <a:srgbClr val="F8B70C"/>
              </a:solidFill>
              <a:effectLst/>
            </a:endParaRPr>
          </a:p>
        </p:txBody>
      </p:sp>
      <p:sp>
        <p:nvSpPr>
          <p:cNvPr id="11" name="橢圓 10"/>
          <p:cNvSpPr/>
          <p:nvPr userDrawn="1"/>
        </p:nvSpPr>
        <p:spPr>
          <a:xfrm>
            <a:off x="-1619998" y="-4286998"/>
            <a:ext cx="15431996" cy="15431996"/>
          </a:xfrm>
          <a:prstGeom prst="ellipse">
            <a:avLst/>
          </a:prstGeom>
          <a:solidFill>
            <a:srgbClr val="F8B70C">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2" name="群組 11"/>
          <p:cNvGrpSpPr/>
          <p:nvPr userDrawn="1"/>
        </p:nvGrpSpPr>
        <p:grpSpPr>
          <a:xfrm>
            <a:off x="3939150" y="-2164277"/>
            <a:ext cx="11186550" cy="11186550"/>
            <a:chOff x="3988526" y="1321526"/>
            <a:chExt cx="4214949" cy="4214949"/>
          </a:xfrm>
        </p:grpSpPr>
        <p:sp>
          <p:nvSpPr>
            <p:cNvPr id="13" name="橢圓 12"/>
            <p:cNvSpPr/>
            <p:nvPr userDrawn="1"/>
          </p:nvSpPr>
          <p:spPr>
            <a:xfrm>
              <a:off x="3988526" y="1321526"/>
              <a:ext cx="4214949" cy="4214949"/>
            </a:xfrm>
            <a:prstGeom prst="ellipse">
              <a:avLst/>
            </a:prstGeom>
            <a:solidFill>
              <a:srgbClr val="FAD3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userDrawn="1"/>
          </p:nvSpPr>
          <p:spPr>
            <a:xfrm>
              <a:off x="4180114" y="1513114"/>
              <a:ext cx="3831772" cy="3831772"/>
            </a:xfrm>
            <a:prstGeom prst="ellipse">
              <a:avLst/>
            </a:prstGeom>
            <a:solidFill>
              <a:srgbClr val="F5BA1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5" name="甜甜圈 14"/>
          <p:cNvSpPr/>
          <p:nvPr userDrawn="1"/>
        </p:nvSpPr>
        <p:spPr>
          <a:xfrm>
            <a:off x="-2047875" y="-1676311"/>
            <a:ext cx="3409950" cy="3409950"/>
          </a:xfrm>
          <a:prstGeom prst="donut">
            <a:avLst>
              <a:gd name="adj" fmla="val 15772"/>
            </a:avLst>
          </a:prstGeom>
          <a:solidFill>
            <a:srgbClr val="F8B70C">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TW" altLang="en-US"/>
          </a:p>
        </p:txBody>
      </p:sp>
      <p:sp>
        <p:nvSpPr>
          <p:cNvPr id="17" name="文字方塊 16"/>
          <p:cNvSpPr txBox="1"/>
          <p:nvPr userDrawn="1"/>
        </p:nvSpPr>
        <p:spPr>
          <a:xfrm>
            <a:off x="393188" y="4796472"/>
            <a:ext cx="1504950" cy="1477328"/>
          </a:xfrm>
          <a:prstGeom prst="rect">
            <a:avLst/>
          </a:prstGeom>
          <a:noFill/>
        </p:spPr>
        <p:txBody>
          <a:bodyPr wrap="square" rtlCol="0">
            <a:spAutoFit/>
          </a:bodyPr>
          <a:lstStyle/>
          <a:p>
            <a:pPr algn="dist"/>
            <a:r>
              <a:rPr lang="zh-TW" altLang="en-US" dirty="0" smtClean="0">
                <a:solidFill>
                  <a:schemeClr val="bg1">
                    <a:alpha val="20000"/>
                  </a:schemeClr>
                </a:solidFill>
                <a:sym typeface="Webdings" panose="05030102010509060703" pitchFamily="18" charset="2"/>
              </a:rPr>
              <a:t></a:t>
            </a:r>
            <a:endParaRPr lang="en-US" altLang="zh-TW" dirty="0" smtClean="0">
              <a:solidFill>
                <a:schemeClr val="bg1">
                  <a:alpha val="20000"/>
                </a:schemeClr>
              </a:solidFill>
              <a:sym typeface="Webdings" panose="05030102010509060703" pitchFamily="18" charset="2"/>
            </a:endParaRPr>
          </a:p>
          <a:p>
            <a:pPr marL="0" marR="0" indent="0" algn="dist" defTabSz="914400" rtl="0" eaLnBrk="1" fontAlgn="auto" latinLnBrk="0" hangingPunct="1">
              <a:lnSpc>
                <a:spcPct val="100000"/>
              </a:lnSpc>
              <a:spcBef>
                <a:spcPts val="0"/>
              </a:spcBef>
              <a:spcAft>
                <a:spcPts val="0"/>
              </a:spcAft>
              <a:buClrTx/>
              <a:buSzTx/>
              <a:buFontTx/>
              <a:buNone/>
              <a:tabLst/>
              <a:defRPr/>
            </a:pPr>
            <a:r>
              <a:rPr lang="zh-TW" altLang="en-US" dirty="0" smtClean="0">
                <a:solidFill>
                  <a:schemeClr val="bg1">
                    <a:alpha val="20000"/>
                  </a:schemeClr>
                </a:solidFill>
                <a:sym typeface="Webdings" panose="05030102010509060703" pitchFamily="18" charset="2"/>
              </a:rPr>
              <a:t></a:t>
            </a:r>
            <a:endParaRPr lang="zh-TW" altLang="en-US" dirty="0" smtClean="0">
              <a:solidFill>
                <a:schemeClr val="bg1">
                  <a:alpha val="20000"/>
                </a:schemeClr>
              </a:solidFill>
            </a:endParaRPr>
          </a:p>
          <a:p>
            <a:pPr marL="0" marR="0" indent="0" algn="dist" defTabSz="914400" rtl="0" eaLnBrk="1" fontAlgn="auto" latinLnBrk="0" hangingPunct="1">
              <a:lnSpc>
                <a:spcPct val="100000"/>
              </a:lnSpc>
              <a:spcBef>
                <a:spcPts val="0"/>
              </a:spcBef>
              <a:spcAft>
                <a:spcPts val="0"/>
              </a:spcAft>
              <a:buClrTx/>
              <a:buSzTx/>
              <a:buFontTx/>
              <a:buNone/>
              <a:tabLst/>
              <a:defRPr/>
            </a:pPr>
            <a:r>
              <a:rPr lang="zh-TW" altLang="en-US" dirty="0" smtClean="0">
                <a:solidFill>
                  <a:schemeClr val="bg1">
                    <a:alpha val="20000"/>
                  </a:schemeClr>
                </a:solidFill>
                <a:sym typeface="Webdings" panose="05030102010509060703" pitchFamily="18" charset="2"/>
              </a:rPr>
              <a:t></a:t>
            </a:r>
            <a:endParaRPr lang="zh-TW" altLang="en-US" dirty="0" smtClean="0">
              <a:solidFill>
                <a:schemeClr val="bg1">
                  <a:alpha val="20000"/>
                </a:schemeClr>
              </a:solidFill>
            </a:endParaRPr>
          </a:p>
          <a:p>
            <a:pPr marL="0" marR="0" indent="0" algn="dist" defTabSz="914400" rtl="0" eaLnBrk="1" fontAlgn="auto" latinLnBrk="0" hangingPunct="1">
              <a:lnSpc>
                <a:spcPct val="100000"/>
              </a:lnSpc>
              <a:spcBef>
                <a:spcPts val="0"/>
              </a:spcBef>
              <a:spcAft>
                <a:spcPts val="0"/>
              </a:spcAft>
              <a:buClrTx/>
              <a:buSzTx/>
              <a:buFontTx/>
              <a:buNone/>
              <a:tabLst/>
              <a:defRPr/>
            </a:pPr>
            <a:r>
              <a:rPr lang="zh-TW" altLang="en-US" dirty="0" smtClean="0">
                <a:solidFill>
                  <a:schemeClr val="bg1">
                    <a:alpha val="20000"/>
                  </a:schemeClr>
                </a:solidFill>
                <a:sym typeface="Webdings" panose="05030102010509060703" pitchFamily="18" charset="2"/>
              </a:rPr>
              <a:t></a:t>
            </a:r>
            <a:endParaRPr lang="zh-TW" altLang="en-US" dirty="0" smtClean="0">
              <a:solidFill>
                <a:schemeClr val="bg1">
                  <a:alpha val="20000"/>
                </a:schemeClr>
              </a:solidFill>
            </a:endParaRPr>
          </a:p>
          <a:p>
            <a:pPr marL="0" marR="0" indent="0" algn="dist" defTabSz="914400" rtl="0" eaLnBrk="1" fontAlgn="auto" latinLnBrk="0" hangingPunct="1">
              <a:lnSpc>
                <a:spcPct val="100000"/>
              </a:lnSpc>
              <a:spcBef>
                <a:spcPts val="0"/>
              </a:spcBef>
              <a:spcAft>
                <a:spcPts val="0"/>
              </a:spcAft>
              <a:buClrTx/>
              <a:buSzTx/>
              <a:buFontTx/>
              <a:buNone/>
              <a:tabLst/>
              <a:defRPr/>
            </a:pPr>
            <a:r>
              <a:rPr lang="zh-TW" altLang="en-US" dirty="0" smtClean="0">
                <a:solidFill>
                  <a:schemeClr val="bg1">
                    <a:alpha val="20000"/>
                  </a:schemeClr>
                </a:solidFill>
                <a:sym typeface="Webdings" panose="05030102010509060703" pitchFamily="18" charset="2"/>
              </a:rPr>
              <a:t></a:t>
            </a:r>
            <a:endParaRPr lang="zh-TW" altLang="en-US" dirty="0" smtClean="0">
              <a:solidFill>
                <a:schemeClr val="bg1">
                  <a:alpha val="20000"/>
                </a:schemeClr>
              </a:solidFill>
            </a:endParaRPr>
          </a:p>
        </p:txBody>
      </p:sp>
      <p:sp>
        <p:nvSpPr>
          <p:cNvPr id="18" name="文字方塊 17"/>
          <p:cNvSpPr txBox="1"/>
          <p:nvPr userDrawn="1"/>
        </p:nvSpPr>
        <p:spPr>
          <a:xfrm>
            <a:off x="2311086" y="6261047"/>
            <a:ext cx="1504950" cy="1477328"/>
          </a:xfrm>
          <a:prstGeom prst="rect">
            <a:avLst/>
          </a:prstGeom>
          <a:noFill/>
        </p:spPr>
        <p:txBody>
          <a:bodyPr wrap="square" rtlCol="0">
            <a:spAutoFit/>
          </a:bodyPr>
          <a:lstStyle/>
          <a:p>
            <a:pPr algn="dist"/>
            <a:r>
              <a:rPr lang="zh-TW" altLang="en-US" dirty="0" smtClean="0">
                <a:solidFill>
                  <a:schemeClr val="bg1">
                    <a:alpha val="20000"/>
                  </a:schemeClr>
                </a:solidFill>
                <a:sym typeface="Webdings" panose="05030102010509060703" pitchFamily="18" charset="2"/>
              </a:rPr>
              <a:t></a:t>
            </a:r>
            <a:endParaRPr lang="en-US" altLang="zh-TW" dirty="0" smtClean="0">
              <a:solidFill>
                <a:schemeClr val="bg1">
                  <a:alpha val="20000"/>
                </a:schemeClr>
              </a:solidFill>
              <a:sym typeface="Webdings" panose="05030102010509060703" pitchFamily="18" charset="2"/>
            </a:endParaRPr>
          </a:p>
          <a:p>
            <a:pPr marL="0" marR="0" indent="0" algn="dist" defTabSz="914400" rtl="0" eaLnBrk="1" fontAlgn="auto" latinLnBrk="0" hangingPunct="1">
              <a:lnSpc>
                <a:spcPct val="100000"/>
              </a:lnSpc>
              <a:spcBef>
                <a:spcPts val="0"/>
              </a:spcBef>
              <a:spcAft>
                <a:spcPts val="0"/>
              </a:spcAft>
              <a:buClrTx/>
              <a:buSzTx/>
              <a:buFontTx/>
              <a:buNone/>
              <a:tabLst/>
              <a:defRPr/>
            </a:pPr>
            <a:r>
              <a:rPr lang="zh-TW" altLang="en-US" dirty="0" smtClean="0">
                <a:solidFill>
                  <a:schemeClr val="bg1">
                    <a:alpha val="20000"/>
                  </a:schemeClr>
                </a:solidFill>
                <a:sym typeface="Webdings" panose="05030102010509060703" pitchFamily="18" charset="2"/>
              </a:rPr>
              <a:t></a:t>
            </a:r>
            <a:endParaRPr lang="zh-TW" altLang="en-US" dirty="0" smtClean="0">
              <a:solidFill>
                <a:schemeClr val="bg1">
                  <a:alpha val="20000"/>
                </a:schemeClr>
              </a:solidFill>
            </a:endParaRPr>
          </a:p>
          <a:p>
            <a:pPr marL="0" marR="0" indent="0" algn="dist" defTabSz="914400" rtl="0" eaLnBrk="1" fontAlgn="auto" latinLnBrk="0" hangingPunct="1">
              <a:lnSpc>
                <a:spcPct val="100000"/>
              </a:lnSpc>
              <a:spcBef>
                <a:spcPts val="0"/>
              </a:spcBef>
              <a:spcAft>
                <a:spcPts val="0"/>
              </a:spcAft>
              <a:buClrTx/>
              <a:buSzTx/>
              <a:buFontTx/>
              <a:buNone/>
              <a:tabLst/>
              <a:defRPr/>
            </a:pPr>
            <a:r>
              <a:rPr lang="zh-TW" altLang="en-US" dirty="0" smtClean="0">
                <a:solidFill>
                  <a:schemeClr val="bg1">
                    <a:alpha val="20000"/>
                  </a:schemeClr>
                </a:solidFill>
                <a:sym typeface="Webdings" panose="05030102010509060703" pitchFamily="18" charset="2"/>
              </a:rPr>
              <a:t></a:t>
            </a:r>
            <a:endParaRPr lang="zh-TW" altLang="en-US" dirty="0" smtClean="0">
              <a:solidFill>
                <a:schemeClr val="bg1">
                  <a:alpha val="20000"/>
                </a:schemeClr>
              </a:solidFill>
            </a:endParaRPr>
          </a:p>
          <a:p>
            <a:pPr marL="0" marR="0" indent="0" algn="dist" defTabSz="914400" rtl="0" eaLnBrk="1" fontAlgn="auto" latinLnBrk="0" hangingPunct="1">
              <a:lnSpc>
                <a:spcPct val="100000"/>
              </a:lnSpc>
              <a:spcBef>
                <a:spcPts val="0"/>
              </a:spcBef>
              <a:spcAft>
                <a:spcPts val="0"/>
              </a:spcAft>
              <a:buClrTx/>
              <a:buSzTx/>
              <a:buFontTx/>
              <a:buNone/>
              <a:tabLst/>
              <a:defRPr/>
            </a:pPr>
            <a:r>
              <a:rPr lang="zh-TW" altLang="en-US" dirty="0" smtClean="0">
                <a:solidFill>
                  <a:schemeClr val="bg1">
                    <a:alpha val="20000"/>
                  </a:schemeClr>
                </a:solidFill>
                <a:sym typeface="Webdings" panose="05030102010509060703" pitchFamily="18" charset="2"/>
              </a:rPr>
              <a:t></a:t>
            </a:r>
            <a:endParaRPr lang="zh-TW" altLang="en-US" dirty="0" smtClean="0">
              <a:solidFill>
                <a:schemeClr val="bg1">
                  <a:alpha val="20000"/>
                </a:schemeClr>
              </a:solidFill>
            </a:endParaRPr>
          </a:p>
          <a:p>
            <a:pPr marL="0" marR="0" indent="0" algn="dist" defTabSz="914400" rtl="0" eaLnBrk="1" fontAlgn="auto" latinLnBrk="0" hangingPunct="1">
              <a:lnSpc>
                <a:spcPct val="100000"/>
              </a:lnSpc>
              <a:spcBef>
                <a:spcPts val="0"/>
              </a:spcBef>
              <a:spcAft>
                <a:spcPts val="0"/>
              </a:spcAft>
              <a:buClrTx/>
              <a:buSzTx/>
              <a:buFontTx/>
              <a:buNone/>
              <a:tabLst/>
              <a:defRPr/>
            </a:pPr>
            <a:r>
              <a:rPr lang="zh-TW" altLang="en-US" dirty="0" smtClean="0">
                <a:solidFill>
                  <a:schemeClr val="bg1">
                    <a:alpha val="20000"/>
                  </a:schemeClr>
                </a:solidFill>
                <a:sym typeface="Webdings" panose="05030102010509060703" pitchFamily="18" charset="2"/>
              </a:rPr>
              <a:t></a:t>
            </a:r>
            <a:endParaRPr lang="zh-TW" altLang="en-US" dirty="0" smtClean="0">
              <a:solidFill>
                <a:schemeClr val="bg1">
                  <a:alpha val="20000"/>
                </a:schemeClr>
              </a:solidFill>
            </a:endParaRPr>
          </a:p>
        </p:txBody>
      </p:sp>
      <p:sp>
        <p:nvSpPr>
          <p:cNvPr id="19" name="文字方塊 18"/>
          <p:cNvSpPr txBox="1"/>
          <p:nvPr userDrawn="1"/>
        </p:nvSpPr>
        <p:spPr>
          <a:xfrm>
            <a:off x="4456743" y="2674948"/>
            <a:ext cx="3278526" cy="707886"/>
          </a:xfrm>
          <a:prstGeom prst="rect">
            <a:avLst/>
          </a:prstGeom>
          <a:noFill/>
        </p:spPr>
        <p:txBody>
          <a:bodyPr wrap="none" rtlCol="0">
            <a:spAutoFit/>
          </a:bodyPr>
          <a:lstStyle/>
          <a:p>
            <a:pPr algn="ctr"/>
            <a:r>
              <a:rPr lang="en-US" altLang="zh-TW" sz="4000" b="1" kern="1200" dirty="0" smtClean="0">
                <a:solidFill>
                  <a:schemeClr val="bg1"/>
                </a:solidFill>
                <a:effectLst>
                  <a:outerShdw blurRad="38100" dist="38100" dir="2700000" algn="tl">
                    <a:srgbClr val="000000">
                      <a:alpha val="43137"/>
                    </a:srgbClr>
                  </a:outerShdw>
                </a:effectLst>
                <a:latin typeface="+mn-lt"/>
                <a:ea typeface="+mn-ea"/>
                <a:cs typeface="+mn-cs"/>
              </a:rPr>
              <a:t>What is an API</a:t>
            </a:r>
            <a:endParaRPr lang="zh-TW" altLang="en-US" sz="4000" b="1" kern="1200" dirty="0">
              <a:solidFill>
                <a:schemeClr val="bg1"/>
              </a:solidFill>
              <a:effectLst>
                <a:outerShdw blurRad="38100" dist="38100" dir="2700000" algn="tl">
                  <a:srgbClr val="000000">
                    <a:alpha val="43137"/>
                  </a:srgbClr>
                </a:outerShdw>
              </a:effectLst>
              <a:latin typeface="+mn-lt"/>
              <a:ea typeface="+mn-ea"/>
              <a:cs typeface="+mn-cs"/>
            </a:endParaRPr>
          </a:p>
        </p:txBody>
      </p:sp>
    </p:spTree>
    <p:extLst>
      <p:ext uri="{BB962C8B-B14F-4D97-AF65-F5344CB8AC3E}">
        <p14:creationId xmlns:p14="http://schemas.microsoft.com/office/powerpoint/2010/main" val="983204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400" fill="hold"/>
                                        <p:tgtEl>
                                          <p:spTgt spid="7"/>
                                        </p:tgtEl>
                                        <p:attrNameLst>
                                          <p:attrName>ppt_w</p:attrName>
                                        </p:attrNameLst>
                                      </p:cBhvr>
                                      <p:tavLst>
                                        <p:tav tm="0">
                                          <p:val>
                                            <p:fltVal val="0"/>
                                          </p:val>
                                        </p:tav>
                                        <p:tav tm="100000">
                                          <p:val>
                                            <p:strVal val="#ppt_w"/>
                                          </p:val>
                                        </p:tav>
                                      </p:tavLst>
                                    </p:anim>
                                    <p:anim calcmode="lin" valueType="num">
                                      <p:cBhvr>
                                        <p:cTn id="8" dur="400" fill="hold"/>
                                        <p:tgtEl>
                                          <p:spTgt spid="7"/>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200"/>
                                  </p:stCondLst>
                                  <p:childTnLst>
                                    <p:set>
                                      <p:cBhvr>
                                        <p:cTn id="10" dur="1" fill="hold">
                                          <p:stCondLst>
                                            <p:cond delay="0"/>
                                          </p:stCondLst>
                                        </p:cTn>
                                        <p:tgtEl>
                                          <p:spTgt spid="8"/>
                                        </p:tgtEl>
                                        <p:attrNameLst>
                                          <p:attrName>style.visibility</p:attrName>
                                        </p:attrNameLst>
                                      </p:cBhvr>
                                      <p:to>
                                        <p:strVal val="visible"/>
                                      </p:to>
                                    </p:set>
                                    <p:anim calcmode="lin" valueType="num">
                                      <p:cBhvr>
                                        <p:cTn id="11" dur="400" fill="hold"/>
                                        <p:tgtEl>
                                          <p:spTgt spid="8"/>
                                        </p:tgtEl>
                                        <p:attrNameLst>
                                          <p:attrName>ppt_w</p:attrName>
                                        </p:attrNameLst>
                                      </p:cBhvr>
                                      <p:tavLst>
                                        <p:tav tm="0">
                                          <p:val>
                                            <p:fltVal val="0"/>
                                          </p:val>
                                        </p:tav>
                                        <p:tav tm="100000">
                                          <p:val>
                                            <p:strVal val="#ppt_w"/>
                                          </p:val>
                                        </p:tav>
                                      </p:tavLst>
                                    </p:anim>
                                    <p:anim calcmode="lin" valueType="num">
                                      <p:cBhvr>
                                        <p:cTn id="12" dur="400" fill="hold"/>
                                        <p:tgtEl>
                                          <p:spTgt spid="8"/>
                                        </p:tgtEl>
                                        <p:attrNameLst>
                                          <p:attrName>ppt_h</p:attrName>
                                        </p:attrNameLst>
                                      </p:cBhvr>
                                      <p:tavLst>
                                        <p:tav tm="0">
                                          <p:val>
                                            <p:fltVal val="0"/>
                                          </p:val>
                                        </p:tav>
                                        <p:tav tm="100000">
                                          <p:val>
                                            <p:strVal val="#ppt_h"/>
                                          </p:val>
                                        </p:tav>
                                      </p:tavLst>
                                    </p:anim>
                                  </p:childTnLst>
                                </p:cTn>
                              </p:par>
                              <p:par>
                                <p:cTn id="13" presetID="23" presetClass="exit" presetSubtype="32" fill="hold" grpId="1" nodeType="withEffect">
                                  <p:stCondLst>
                                    <p:cond delay="600"/>
                                  </p:stCondLst>
                                  <p:childTnLst>
                                    <p:anim calcmode="lin" valueType="num">
                                      <p:cBhvr>
                                        <p:cTn id="14" dur="400"/>
                                        <p:tgtEl>
                                          <p:spTgt spid="8"/>
                                        </p:tgtEl>
                                        <p:attrNameLst>
                                          <p:attrName>ppt_w</p:attrName>
                                        </p:attrNameLst>
                                      </p:cBhvr>
                                      <p:tavLst>
                                        <p:tav tm="0">
                                          <p:val>
                                            <p:strVal val="ppt_w"/>
                                          </p:val>
                                        </p:tav>
                                        <p:tav tm="100000">
                                          <p:val>
                                            <p:fltVal val="0"/>
                                          </p:val>
                                        </p:tav>
                                      </p:tavLst>
                                    </p:anim>
                                    <p:anim calcmode="lin" valueType="num">
                                      <p:cBhvr>
                                        <p:cTn id="15" dur="400"/>
                                        <p:tgtEl>
                                          <p:spTgt spid="8"/>
                                        </p:tgtEl>
                                        <p:attrNameLst>
                                          <p:attrName>ppt_h</p:attrName>
                                        </p:attrNameLst>
                                      </p:cBhvr>
                                      <p:tavLst>
                                        <p:tav tm="0">
                                          <p:val>
                                            <p:strVal val="ppt_h"/>
                                          </p:val>
                                        </p:tav>
                                        <p:tav tm="100000">
                                          <p:val>
                                            <p:fltVal val="0"/>
                                          </p:val>
                                        </p:tav>
                                      </p:tavLst>
                                    </p:anim>
                                    <p:set>
                                      <p:cBhvr>
                                        <p:cTn id="16" dur="1" fill="hold">
                                          <p:stCondLst>
                                            <p:cond delay="399"/>
                                          </p:stCondLst>
                                        </p:cTn>
                                        <p:tgtEl>
                                          <p:spTgt spid="8"/>
                                        </p:tgtEl>
                                        <p:attrNameLst>
                                          <p:attrName>style.visibility</p:attrName>
                                        </p:attrNameLst>
                                      </p:cBhvr>
                                      <p:to>
                                        <p:strVal val="hidden"/>
                                      </p:to>
                                    </p:set>
                                  </p:childTnLst>
                                </p:cTn>
                              </p:par>
                              <p:par>
                                <p:cTn id="17" presetID="23" presetClass="exit" presetSubtype="32" fill="hold" grpId="1" nodeType="withEffect">
                                  <p:stCondLst>
                                    <p:cond delay="700"/>
                                  </p:stCondLst>
                                  <p:childTnLst>
                                    <p:anim calcmode="lin" valueType="num">
                                      <p:cBhvr>
                                        <p:cTn id="18" dur="400"/>
                                        <p:tgtEl>
                                          <p:spTgt spid="7"/>
                                        </p:tgtEl>
                                        <p:attrNameLst>
                                          <p:attrName>ppt_w</p:attrName>
                                        </p:attrNameLst>
                                      </p:cBhvr>
                                      <p:tavLst>
                                        <p:tav tm="0">
                                          <p:val>
                                            <p:strVal val="ppt_w"/>
                                          </p:val>
                                        </p:tav>
                                        <p:tav tm="100000">
                                          <p:val>
                                            <p:fltVal val="0"/>
                                          </p:val>
                                        </p:tav>
                                      </p:tavLst>
                                    </p:anim>
                                    <p:anim calcmode="lin" valueType="num">
                                      <p:cBhvr>
                                        <p:cTn id="19" dur="400"/>
                                        <p:tgtEl>
                                          <p:spTgt spid="7"/>
                                        </p:tgtEl>
                                        <p:attrNameLst>
                                          <p:attrName>ppt_h</p:attrName>
                                        </p:attrNameLst>
                                      </p:cBhvr>
                                      <p:tavLst>
                                        <p:tav tm="0">
                                          <p:val>
                                            <p:strVal val="ppt_h"/>
                                          </p:val>
                                        </p:tav>
                                        <p:tav tm="100000">
                                          <p:val>
                                            <p:fltVal val="0"/>
                                          </p:val>
                                        </p:tav>
                                      </p:tavLst>
                                    </p:anim>
                                    <p:set>
                                      <p:cBhvr>
                                        <p:cTn id="20" dur="1" fill="hold">
                                          <p:stCondLst>
                                            <p:cond delay="399"/>
                                          </p:stCondLst>
                                        </p:cTn>
                                        <p:tgtEl>
                                          <p:spTgt spid="7"/>
                                        </p:tgtEl>
                                        <p:attrNameLst>
                                          <p:attrName>style.visibility</p:attrName>
                                        </p:attrNameLst>
                                      </p:cBhvr>
                                      <p:to>
                                        <p:strVal val="hidden"/>
                                      </p:to>
                                    </p:set>
                                  </p:childTnLst>
                                </p:cTn>
                              </p:par>
                              <p:par>
                                <p:cTn id="21" presetID="10" presetClass="entr" presetSubtype="0" fill="hold" grpId="1" nodeType="withEffect">
                                  <p:stCondLst>
                                    <p:cond delay="1100"/>
                                  </p:stCondLst>
                                  <p:iterate type="lt">
                                    <p:tmPct val="0"/>
                                  </p:iterate>
                                  <p:childTnLst>
                                    <p:set>
                                      <p:cBhvr>
                                        <p:cTn id="22" dur="1" fill="hold">
                                          <p:stCondLst>
                                            <p:cond delay="0"/>
                                          </p:stCondLst>
                                        </p:cTn>
                                        <p:tgtEl>
                                          <p:spTgt spid="9"/>
                                        </p:tgtEl>
                                        <p:attrNameLst>
                                          <p:attrName>style.visibility</p:attrName>
                                        </p:attrNameLst>
                                      </p:cBhvr>
                                      <p:to>
                                        <p:strVal val="visible"/>
                                      </p:to>
                                    </p:set>
                                    <p:animEffect transition="in" filter="fade">
                                      <p:cBhvr>
                                        <p:cTn id="23" dur="100"/>
                                        <p:tgtEl>
                                          <p:spTgt spid="9"/>
                                        </p:tgtEl>
                                      </p:cBhvr>
                                    </p:animEffect>
                                  </p:childTnLst>
                                </p:cTn>
                              </p:par>
                              <p:par>
                                <p:cTn id="24" presetID="10" presetClass="entr" presetSubtype="0" fill="hold" grpId="1" nodeType="withEffect">
                                  <p:stCondLst>
                                    <p:cond delay="1100"/>
                                  </p:stCondLst>
                                  <p:iterate type="lt">
                                    <p:tmPct val="0"/>
                                  </p:iterate>
                                  <p:childTnLst>
                                    <p:set>
                                      <p:cBhvr>
                                        <p:cTn id="25" dur="1" fill="hold">
                                          <p:stCondLst>
                                            <p:cond delay="0"/>
                                          </p:stCondLst>
                                        </p:cTn>
                                        <p:tgtEl>
                                          <p:spTgt spid="10"/>
                                        </p:tgtEl>
                                        <p:attrNameLst>
                                          <p:attrName>style.visibility</p:attrName>
                                        </p:attrNameLst>
                                      </p:cBhvr>
                                      <p:to>
                                        <p:strVal val="visible"/>
                                      </p:to>
                                    </p:set>
                                    <p:animEffect transition="in" filter="fade">
                                      <p:cBhvr>
                                        <p:cTn id="26" dur="100"/>
                                        <p:tgtEl>
                                          <p:spTgt spid="10"/>
                                        </p:tgtEl>
                                      </p:cBhvr>
                                    </p:animEffect>
                                  </p:childTnLst>
                                </p:cTn>
                              </p:par>
                              <p:par>
                                <p:cTn id="27" presetID="1" presetClass="path" presetSubtype="0" fill="hold" grpId="0" nodeType="withEffect">
                                  <p:stCondLst>
                                    <p:cond delay="1150"/>
                                  </p:stCondLst>
                                  <p:iterate type="lt">
                                    <p:tmPct val="200"/>
                                  </p:iterate>
                                  <p:childTnLst>
                                    <p:animMotion origin="layout" path="M -0.00039 0.0007 C -0.00039 -0.20601 0.0737 -0.37407 0.1651 -0.37407 C 0.25625 -0.37407 0.33047 -0.20601 0.33047 0.0007 C 0.33047 0.20764 0.25625 0.37547 0.1651 0.37547 C 0.0737 0.37547 -0.00039 0.20764 -0.00039 0.0007 Z " pathEditMode="relative" rAng="16200000" ptsTypes="AAAAA">
                                      <p:cBhvr>
                                        <p:cTn id="28" dur="1250" fill="hold"/>
                                        <p:tgtEl>
                                          <p:spTgt spid="9"/>
                                        </p:tgtEl>
                                        <p:attrNameLst>
                                          <p:attrName>ppt_x</p:attrName>
                                          <p:attrName>ppt_y</p:attrName>
                                        </p:attrNameLst>
                                      </p:cBhvr>
                                      <p:rCtr x="16536" y="0"/>
                                    </p:animMotion>
                                  </p:childTnLst>
                                </p:cTn>
                              </p:par>
                              <p:par>
                                <p:cTn id="29" presetID="1" presetClass="path" presetSubtype="0" fill="hold" grpId="0" nodeType="withEffect">
                                  <p:stCondLst>
                                    <p:cond delay="1150"/>
                                  </p:stCondLst>
                                  <p:iterate type="lt">
                                    <p:tmPct val="200"/>
                                  </p:iterate>
                                  <p:childTnLst>
                                    <p:animMotion origin="layout" path="M -0.00052 0.00093 C -0.00052 -0.20578 -0.07018 -0.37384 -0.15612 -0.37384 C -0.24193 -0.37384 -0.31159 -0.20578 -0.31159 0.00093 C -0.31159 0.20787 -0.24193 0.3757 -0.15612 0.3757 C -0.07018 0.3757 -0.00052 0.20787 -0.00052 0.00093 Z " pathEditMode="relative" rAng="16200000" ptsTypes="AAAAA">
                                      <p:cBhvr>
                                        <p:cTn id="30" dur="1250" spd="-100000" fill="hold"/>
                                        <p:tgtEl>
                                          <p:spTgt spid="10"/>
                                        </p:tgtEl>
                                        <p:attrNameLst>
                                          <p:attrName>ppt_x</p:attrName>
                                          <p:attrName>ppt_y</p:attrName>
                                        </p:attrNameLst>
                                      </p:cBhvr>
                                      <p:rCtr x="-15560" y="0"/>
                                    </p:animMotion>
                                  </p:childTnLst>
                                </p:cTn>
                              </p:par>
                              <p:par>
                                <p:cTn id="31" presetID="10" presetClass="exit" presetSubtype="0" fill="hold" grpId="2" nodeType="withEffect">
                                  <p:stCondLst>
                                    <p:cond delay="2450"/>
                                  </p:stCondLst>
                                  <p:iterate type="lt">
                                    <p:tmPct val="0"/>
                                  </p:iterate>
                                  <p:childTnLst>
                                    <p:animEffect transition="out" filter="fade">
                                      <p:cBhvr>
                                        <p:cTn id="32" dur="100"/>
                                        <p:tgtEl>
                                          <p:spTgt spid="9"/>
                                        </p:tgtEl>
                                      </p:cBhvr>
                                    </p:animEffect>
                                    <p:set>
                                      <p:cBhvr>
                                        <p:cTn id="33" dur="1" fill="hold">
                                          <p:stCondLst>
                                            <p:cond delay="99"/>
                                          </p:stCondLst>
                                        </p:cTn>
                                        <p:tgtEl>
                                          <p:spTgt spid="9"/>
                                        </p:tgtEl>
                                        <p:attrNameLst>
                                          <p:attrName>style.visibility</p:attrName>
                                        </p:attrNameLst>
                                      </p:cBhvr>
                                      <p:to>
                                        <p:strVal val="hidden"/>
                                      </p:to>
                                    </p:set>
                                  </p:childTnLst>
                                </p:cTn>
                              </p:par>
                              <p:par>
                                <p:cTn id="34" presetID="10" presetClass="exit" presetSubtype="0" fill="hold" grpId="2" nodeType="withEffect">
                                  <p:stCondLst>
                                    <p:cond delay="2450"/>
                                  </p:stCondLst>
                                  <p:iterate type="lt">
                                    <p:tmPct val="0"/>
                                  </p:iterate>
                                  <p:childTnLst>
                                    <p:animEffect transition="out" filter="fade">
                                      <p:cBhvr>
                                        <p:cTn id="35" dur="100"/>
                                        <p:tgtEl>
                                          <p:spTgt spid="10"/>
                                        </p:tgtEl>
                                      </p:cBhvr>
                                    </p:animEffect>
                                    <p:set>
                                      <p:cBhvr>
                                        <p:cTn id="36" dur="1" fill="hold">
                                          <p:stCondLst>
                                            <p:cond delay="99"/>
                                          </p:stCondLst>
                                        </p:cTn>
                                        <p:tgtEl>
                                          <p:spTgt spid="10"/>
                                        </p:tgtEl>
                                        <p:attrNameLst>
                                          <p:attrName>style.visibility</p:attrName>
                                        </p:attrNameLst>
                                      </p:cBhvr>
                                      <p:to>
                                        <p:strVal val="hidden"/>
                                      </p:to>
                                    </p:set>
                                  </p:childTnLst>
                                </p:cTn>
                              </p:par>
                              <p:par>
                                <p:cTn id="37" presetID="23" presetClass="entr" presetSubtype="16" fill="hold" grpId="0" nodeType="withEffect">
                                  <p:stCondLst>
                                    <p:cond delay="2450"/>
                                  </p:stCondLst>
                                  <p:childTnLst>
                                    <p:set>
                                      <p:cBhvr>
                                        <p:cTn id="38" dur="1" fill="hold">
                                          <p:stCondLst>
                                            <p:cond delay="0"/>
                                          </p:stCondLst>
                                        </p:cTn>
                                        <p:tgtEl>
                                          <p:spTgt spid="11"/>
                                        </p:tgtEl>
                                        <p:attrNameLst>
                                          <p:attrName>style.visibility</p:attrName>
                                        </p:attrNameLst>
                                      </p:cBhvr>
                                      <p:to>
                                        <p:strVal val="visible"/>
                                      </p:to>
                                    </p:set>
                                    <p:anim calcmode="lin" valueType="num">
                                      <p:cBhvr>
                                        <p:cTn id="39" dur="400" fill="hold"/>
                                        <p:tgtEl>
                                          <p:spTgt spid="11"/>
                                        </p:tgtEl>
                                        <p:attrNameLst>
                                          <p:attrName>ppt_w</p:attrName>
                                        </p:attrNameLst>
                                      </p:cBhvr>
                                      <p:tavLst>
                                        <p:tav tm="0">
                                          <p:val>
                                            <p:fltVal val="0"/>
                                          </p:val>
                                        </p:tav>
                                        <p:tav tm="100000">
                                          <p:val>
                                            <p:strVal val="#ppt_w"/>
                                          </p:val>
                                        </p:tav>
                                      </p:tavLst>
                                    </p:anim>
                                    <p:anim calcmode="lin" valueType="num">
                                      <p:cBhvr>
                                        <p:cTn id="40" dur="400" fill="hold"/>
                                        <p:tgtEl>
                                          <p:spTgt spid="11"/>
                                        </p:tgtEl>
                                        <p:attrNameLst>
                                          <p:attrName>ppt_h</p:attrName>
                                        </p:attrNameLst>
                                      </p:cBhvr>
                                      <p:tavLst>
                                        <p:tav tm="0">
                                          <p:val>
                                            <p:fltVal val="0"/>
                                          </p:val>
                                        </p:tav>
                                        <p:tav tm="100000">
                                          <p:val>
                                            <p:strVal val="#ppt_h"/>
                                          </p:val>
                                        </p:tav>
                                      </p:tavLst>
                                    </p:anim>
                                  </p:childTnLst>
                                </p:cTn>
                              </p:par>
                            </p:childTnLst>
                          </p:cTn>
                        </p:par>
                        <p:par>
                          <p:cTn id="41" fill="hold">
                            <p:stCondLst>
                              <p:cond delay="2850"/>
                            </p:stCondLst>
                            <p:childTnLst>
                              <p:par>
                                <p:cTn id="42" presetID="23" presetClass="entr" presetSubtype="16" fill="hold" nodeType="after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p:cTn id="44" dur="400" fill="hold"/>
                                        <p:tgtEl>
                                          <p:spTgt spid="12"/>
                                        </p:tgtEl>
                                        <p:attrNameLst>
                                          <p:attrName>ppt_w</p:attrName>
                                        </p:attrNameLst>
                                      </p:cBhvr>
                                      <p:tavLst>
                                        <p:tav tm="0">
                                          <p:val>
                                            <p:fltVal val="0"/>
                                          </p:val>
                                        </p:tav>
                                        <p:tav tm="100000">
                                          <p:val>
                                            <p:strVal val="#ppt_w"/>
                                          </p:val>
                                        </p:tav>
                                      </p:tavLst>
                                    </p:anim>
                                    <p:anim calcmode="lin" valueType="num">
                                      <p:cBhvr>
                                        <p:cTn id="45" dur="400" fill="hold"/>
                                        <p:tgtEl>
                                          <p:spTgt spid="12"/>
                                        </p:tgtEl>
                                        <p:attrNameLst>
                                          <p:attrName>ppt_h</p:attrName>
                                        </p:attrNameLst>
                                      </p:cBhvr>
                                      <p:tavLst>
                                        <p:tav tm="0">
                                          <p:val>
                                            <p:fltVal val="0"/>
                                          </p:val>
                                        </p:tav>
                                        <p:tav tm="100000">
                                          <p:val>
                                            <p:strVal val="#ppt_h"/>
                                          </p:val>
                                        </p:tav>
                                      </p:tavLst>
                                    </p:anim>
                                  </p:childTnLst>
                                </p:cTn>
                              </p:par>
                            </p:childTnLst>
                          </p:cTn>
                        </p:par>
                        <p:par>
                          <p:cTn id="46" fill="hold">
                            <p:stCondLst>
                              <p:cond delay="3250"/>
                            </p:stCondLst>
                            <p:childTnLst>
                              <p:par>
                                <p:cTn id="47" presetID="21" presetClass="entr" presetSubtype="1" fill="hold" grpId="0" nodeType="after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wheel(1)">
                                      <p:cBhvr>
                                        <p:cTn id="49" dur="400"/>
                                        <p:tgtEl>
                                          <p:spTgt spid="15"/>
                                        </p:tgtEl>
                                      </p:cBhvr>
                                    </p:animEffect>
                                  </p:childTnLst>
                                </p:cTn>
                              </p:par>
                            </p:childTnLst>
                          </p:cTn>
                        </p:par>
                        <p:par>
                          <p:cTn id="50" fill="hold">
                            <p:stCondLst>
                              <p:cond delay="3650"/>
                            </p:stCondLst>
                            <p:childTnLst>
                              <p:par>
                                <p:cTn id="51" presetID="10" presetClass="entr" presetSubtype="0" fill="hold" grpId="0" nodeType="after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300"/>
                                        <p:tgtEl>
                                          <p:spTgt spid="17"/>
                                        </p:tgtEl>
                                      </p:cBhvr>
                                    </p:animEffect>
                                  </p:childTnLst>
                                </p:cTn>
                              </p:par>
                            </p:childTnLst>
                          </p:cTn>
                        </p:par>
                        <p:par>
                          <p:cTn id="54" fill="hold">
                            <p:stCondLst>
                              <p:cond delay="3950"/>
                            </p:stCondLst>
                            <p:childTnLst>
                              <p:par>
                                <p:cTn id="55" presetID="10" presetClass="entr" presetSubtype="0" fill="hold" grpId="0" nodeType="after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300"/>
                                        <p:tgtEl>
                                          <p:spTgt spid="18"/>
                                        </p:tgtEl>
                                      </p:cBhvr>
                                    </p:animEffect>
                                  </p:childTnLst>
                                </p:cTn>
                              </p:par>
                            </p:childTnLst>
                          </p:cTn>
                        </p:par>
                        <p:par>
                          <p:cTn id="58" fill="hold">
                            <p:stCondLst>
                              <p:cond delay="4250"/>
                            </p:stCondLst>
                            <p:childTnLst>
                              <p:par>
                                <p:cTn id="59" presetID="23" presetClass="entr" presetSubtype="32" fill="hold" grpId="0" nodeType="afterEffect">
                                  <p:stCondLst>
                                    <p:cond delay="0"/>
                                  </p:stCondLst>
                                  <p:childTnLst>
                                    <p:set>
                                      <p:cBhvr>
                                        <p:cTn id="60" dur="1" fill="hold">
                                          <p:stCondLst>
                                            <p:cond delay="0"/>
                                          </p:stCondLst>
                                        </p:cTn>
                                        <p:tgtEl>
                                          <p:spTgt spid="19"/>
                                        </p:tgtEl>
                                        <p:attrNameLst>
                                          <p:attrName>style.visibility</p:attrName>
                                        </p:attrNameLst>
                                      </p:cBhvr>
                                      <p:to>
                                        <p:strVal val="visible"/>
                                      </p:to>
                                    </p:set>
                                    <p:anim calcmode="lin" valueType="num">
                                      <p:cBhvr>
                                        <p:cTn id="61" dur="400" fill="hold"/>
                                        <p:tgtEl>
                                          <p:spTgt spid="19"/>
                                        </p:tgtEl>
                                        <p:attrNameLst>
                                          <p:attrName>ppt_w</p:attrName>
                                        </p:attrNameLst>
                                      </p:cBhvr>
                                      <p:tavLst>
                                        <p:tav tm="0">
                                          <p:val>
                                            <p:strVal val="4*#ppt_w"/>
                                          </p:val>
                                        </p:tav>
                                        <p:tav tm="100000">
                                          <p:val>
                                            <p:strVal val="#ppt_w"/>
                                          </p:val>
                                        </p:tav>
                                      </p:tavLst>
                                    </p:anim>
                                    <p:anim calcmode="lin" valueType="num">
                                      <p:cBhvr>
                                        <p:cTn id="62" dur="400" fill="hold"/>
                                        <p:tgtEl>
                                          <p:spTgt spid="19"/>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p:bldP spid="9" grpId="1"/>
      <p:bldP spid="9" grpId="2"/>
      <p:bldP spid="10" grpId="0"/>
      <p:bldP spid="10" grpId="1"/>
      <p:bldP spid="10" grpId="2"/>
      <p:bldP spid="11" grpId="0" animBg="1"/>
      <p:bldP spid="15" grpId="0" animBg="1"/>
      <p:bldP spid="17" grpId="0"/>
      <p:bldP spid="18" grpId="0"/>
      <p:bldP spid="19"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grpSp>
        <p:nvGrpSpPr>
          <p:cNvPr id="9" name="群組 8"/>
          <p:cNvGrpSpPr/>
          <p:nvPr userDrawn="1"/>
        </p:nvGrpSpPr>
        <p:grpSpPr>
          <a:xfrm>
            <a:off x="-6444344" y="-3991430"/>
            <a:ext cx="25080688" cy="7982860"/>
            <a:chOff x="3988526" y="1321526"/>
            <a:chExt cx="4214949" cy="4214949"/>
          </a:xfrm>
        </p:grpSpPr>
        <p:sp>
          <p:nvSpPr>
            <p:cNvPr id="7" name="橢圓 6"/>
            <p:cNvSpPr/>
            <p:nvPr userDrawn="1"/>
          </p:nvSpPr>
          <p:spPr>
            <a:xfrm>
              <a:off x="3988526" y="1321526"/>
              <a:ext cx="4214949" cy="4214949"/>
            </a:xfrm>
            <a:prstGeom prst="ellipse">
              <a:avLst/>
            </a:prstGeom>
            <a:noFill/>
            <a:ln>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p:cNvSpPr/>
            <p:nvPr userDrawn="1"/>
          </p:nvSpPr>
          <p:spPr>
            <a:xfrm>
              <a:off x="4180114" y="1513114"/>
              <a:ext cx="3831772" cy="383177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3" name="文字方塊 12"/>
          <p:cNvSpPr txBox="1"/>
          <p:nvPr userDrawn="1"/>
        </p:nvSpPr>
        <p:spPr>
          <a:xfrm>
            <a:off x="11416605" y="6416674"/>
            <a:ext cx="367408" cy="276999"/>
          </a:xfrm>
          <a:prstGeom prst="rect">
            <a:avLst/>
          </a:prstGeom>
          <a:noFill/>
        </p:spPr>
        <p:txBody>
          <a:bodyPr wrap="none" rtlCol="0">
            <a:spAutoFit/>
          </a:bodyPr>
          <a:lstStyle/>
          <a:p>
            <a:fld id="{F8061B2C-6C14-4386-B8A0-FC3D00B49B88}" type="slidenum">
              <a:rPr lang="zh-TW" altLang="en-US" sz="1200" smtClean="0">
                <a:solidFill>
                  <a:schemeClr val="tx1">
                    <a:lumMod val="50000"/>
                    <a:lumOff val="50000"/>
                  </a:schemeClr>
                </a:solidFill>
              </a:rPr>
              <a:t>‹#›</a:t>
            </a:fld>
            <a:endParaRPr lang="zh-TW" altLang="en-US" sz="1200" dirty="0">
              <a:solidFill>
                <a:schemeClr val="tx1">
                  <a:lumMod val="50000"/>
                  <a:lumOff val="50000"/>
                </a:schemeClr>
              </a:solidFill>
            </a:endParaRPr>
          </a:p>
        </p:txBody>
      </p:sp>
      <p:grpSp>
        <p:nvGrpSpPr>
          <p:cNvPr id="25" name="群組 24"/>
          <p:cNvGrpSpPr/>
          <p:nvPr userDrawn="1"/>
        </p:nvGrpSpPr>
        <p:grpSpPr>
          <a:xfrm>
            <a:off x="78481" y="3566403"/>
            <a:ext cx="1466368" cy="3089846"/>
            <a:chOff x="407988" y="2025800"/>
            <a:chExt cx="2016000" cy="4248000"/>
          </a:xfrm>
        </p:grpSpPr>
        <p:grpSp>
          <p:nvGrpSpPr>
            <p:cNvPr id="23" name="群組 22"/>
            <p:cNvGrpSpPr/>
            <p:nvPr userDrawn="1"/>
          </p:nvGrpSpPr>
          <p:grpSpPr>
            <a:xfrm>
              <a:off x="407988" y="2025800"/>
              <a:ext cx="2016000" cy="4248000"/>
              <a:chOff x="407988" y="2025800"/>
              <a:chExt cx="2016000" cy="4248000"/>
            </a:xfrm>
          </p:grpSpPr>
          <p:sp>
            <p:nvSpPr>
              <p:cNvPr id="11" name="圓角矩形 10"/>
              <p:cNvSpPr/>
              <p:nvPr userDrawn="1"/>
            </p:nvSpPr>
            <p:spPr>
              <a:xfrm>
                <a:off x="407988" y="2025800"/>
                <a:ext cx="2016000" cy="4248000"/>
              </a:xfrm>
              <a:prstGeom prst="roundRect">
                <a:avLst>
                  <a:gd name="adj" fmla="val 5328"/>
                </a:avLst>
              </a:prstGeom>
              <a:solidFill>
                <a:srgbClr val="FFFFFF"/>
              </a:solidFill>
              <a:ln>
                <a:noFill/>
              </a:ln>
              <a:effectLst>
                <a:outerShdw blurRad="304800" dist="1016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6" name="群組 15"/>
              <p:cNvGrpSpPr/>
              <p:nvPr userDrawn="1"/>
            </p:nvGrpSpPr>
            <p:grpSpPr>
              <a:xfrm>
                <a:off x="737388" y="2342810"/>
                <a:ext cx="1357200" cy="1357200"/>
                <a:chOff x="3037945" y="3994075"/>
                <a:chExt cx="1357200" cy="1357200"/>
              </a:xfrm>
            </p:grpSpPr>
            <p:sp>
              <p:nvSpPr>
                <p:cNvPr id="14" name="橢圓 13"/>
                <p:cNvSpPr/>
                <p:nvPr userDrawn="1"/>
              </p:nvSpPr>
              <p:spPr>
                <a:xfrm>
                  <a:off x="3037945" y="3994075"/>
                  <a:ext cx="1357200" cy="1357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p:cNvSpPr/>
                <p:nvPr userDrawn="1"/>
              </p:nvSpPr>
              <p:spPr>
                <a:xfrm>
                  <a:off x="3142345" y="4098475"/>
                  <a:ext cx="1148400" cy="11484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18" name="直線接點 17"/>
              <p:cNvCxnSpPr/>
              <p:nvPr userDrawn="1"/>
            </p:nvCxnSpPr>
            <p:spPr>
              <a:xfrm>
                <a:off x="841788" y="3848100"/>
                <a:ext cx="1148400"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0" name="文字方塊 19"/>
              <p:cNvSpPr txBox="1"/>
              <p:nvPr userDrawn="1"/>
            </p:nvSpPr>
            <p:spPr>
              <a:xfrm>
                <a:off x="796411" y="3854182"/>
                <a:ext cx="1298178" cy="1269418"/>
              </a:xfrm>
              <a:prstGeom prst="rect">
                <a:avLst/>
              </a:prstGeom>
              <a:noFill/>
            </p:spPr>
            <p:txBody>
              <a:bodyPr wrap="square" rtlCol="0">
                <a:spAutoFit/>
              </a:bodyPr>
              <a:lstStyle/>
              <a:p>
                <a:r>
                  <a:rPr lang="en-US" altLang="zh-TW" sz="5400" dirty="0" smtClean="0">
                    <a:solidFill>
                      <a:srgbClr val="E03E0D"/>
                    </a:solidFill>
                  </a:rPr>
                  <a:t>01</a:t>
                </a:r>
                <a:endParaRPr lang="zh-TW" altLang="en-US" sz="5400" dirty="0">
                  <a:solidFill>
                    <a:srgbClr val="E03E0D"/>
                  </a:solidFill>
                </a:endParaRPr>
              </a:p>
            </p:txBody>
          </p:sp>
          <p:sp>
            <p:nvSpPr>
              <p:cNvPr id="22" name="文字方塊 21"/>
              <p:cNvSpPr txBox="1"/>
              <p:nvPr userDrawn="1"/>
            </p:nvSpPr>
            <p:spPr>
              <a:xfrm>
                <a:off x="488122" y="4777512"/>
                <a:ext cx="1855730" cy="1142476"/>
              </a:xfrm>
              <a:prstGeom prst="rect">
                <a:avLst/>
              </a:prstGeom>
              <a:noFill/>
            </p:spPr>
            <p:txBody>
              <a:bodyPr wrap="non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400" b="1" dirty="0" smtClean="0">
                    <a:solidFill>
                      <a:schemeClr val="tx1">
                        <a:lumMod val="65000"/>
                        <a:lumOff val="35000"/>
                      </a:schemeClr>
                    </a:solidFill>
                  </a:rPr>
                  <a:t>Question</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400" b="1" dirty="0" smtClean="0">
                    <a:solidFill>
                      <a:schemeClr val="tx1">
                        <a:lumMod val="65000"/>
                        <a:lumOff val="35000"/>
                      </a:schemeClr>
                    </a:solidFill>
                  </a:rPr>
                  <a:t>1</a:t>
                </a:r>
              </a:p>
            </p:txBody>
          </p:sp>
        </p:grpSp>
        <p:sp>
          <p:nvSpPr>
            <p:cNvPr id="24" name="文字方塊 23"/>
            <p:cNvSpPr txBox="1"/>
            <p:nvPr userDrawn="1"/>
          </p:nvSpPr>
          <p:spPr>
            <a:xfrm>
              <a:off x="938935" y="2523158"/>
              <a:ext cx="1029638" cy="1057847"/>
            </a:xfrm>
            <a:prstGeom prst="rect">
              <a:avLst/>
            </a:prstGeom>
            <a:noFill/>
          </p:spPr>
          <p:txBody>
            <a:bodyPr wrap="none" rtlCol="0">
              <a:spAutoFit/>
            </a:bodyPr>
            <a:lstStyle/>
            <a:p>
              <a:r>
                <a:rPr lang="zh-TW" altLang="en-US" sz="4400" dirty="0" smtClean="0">
                  <a:solidFill>
                    <a:srgbClr val="FFFFFF"/>
                  </a:solidFill>
                  <a:sym typeface="Webdings" panose="05030102010509060703" pitchFamily="18" charset="2"/>
                </a:rPr>
                <a:t></a:t>
              </a:r>
              <a:endParaRPr lang="zh-TW" altLang="en-US" sz="4400" dirty="0">
                <a:solidFill>
                  <a:srgbClr val="FFFFFF"/>
                </a:solidFill>
              </a:endParaRPr>
            </a:p>
          </p:txBody>
        </p:sp>
      </p:grpSp>
      <p:sp>
        <p:nvSpPr>
          <p:cNvPr id="66" name="文字方塊 65"/>
          <p:cNvSpPr txBox="1"/>
          <p:nvPr userDrawn="1"/>
        </p:nvSpPr>
        <p:spPr>
          <a:xfrm>
            <a:off x="1327031" y="-452158"/>
            <a:ext cx="9537932" cy="2646878"/>
          </a:xfrm>
          <a:prstGeom prst="rect">
            <a:avLst/>
          </a:prstGeom>
          <a:noFill/>
        </p:spPr>
        <p:txBody>
          <a:bodyPr wrap="none" rtlCol="0">
            <a:spAutoFit/>
          </a:bodyPr>
          <a:lstStyle/>
          <a:p>
            <a:r>
              <a:rPr lang="en-US" altLang="zh-TW" sz="16600" dirty="0" smtClean="0">
                <a:solidFill>
                  <a:srgbClr val="FFFFFF"/>
                </a:solidFill>
              </a:rPr>
              <a:t>CONTENTS</a:t>
            </a:r>
            <a:endParaRPr lang="zh-TW" altLang="en-US" sz="16600" dirty="0">
              <a:solidFill>
                <a:srgbClr val="FFFFFF"/>
              </a:solidFill>
            </a:endParaRPr>
          </a:p>
        </p:txBody>
      </p:sp>
      <p:grpSp>
        <p:nvGrpSpPr>
          <p:cNvPr id="3" name="群組 2"/>
          <p:cNvGrpSpPr/>
          <p:nvPr userDrawn="1"/>
        </p:nvGrpSpPr>
        <p:grpSpPr>
          <a:xfrm>
            <a:off x="1836161" y="3566403"/>
            <a:ext cx="1466368" cy="3089846"/>
            <a:chOff x="1836161" y="3566403"/>
            <a:chExt cx="1466368" cy="3089846"/>
          </a:xfrm>
        </p:grpSpPr>
        <p:grpSp>
          <p:nvGrpSpPr>
            <p:cNvPr id="87" name="群組 86"/>
            <p:cNvGrpSpPr/>
            <p:nvPr userDrawn="1"/>
          </p:nvGrpSpPr>
          <p:grpSpPr>
            <a:xfrm>
              <a:off x="1836161" y="3566403"/>
              <a:ext cx="1466368" cy="3089846"/>
              <a:chOff x="407988" y="2025800"/>
              <a:chExt cx="2016000" cy="4248000"/>
            </a:xfrm>
          </p:grpSpPr>
          <p:grpSp>
            <p:nvGrpSpPr>
              <p:cNvPr id="88" name="群組 87"/>
              <p:cNvGrpSpPr/>
              <p:nvPr userDrawn="1"/>
            </p:nvGrpSpPr>
            <p:grpSpPr>
              <a:xfrm>
                <a:off x="407988" y="2025800"/>
                <a:ext cx="2016000" cy="4248000"/>
                <a:chOff x="407988" y="2025800"/>
                <a:chExt cx="2016000" cy="4248000"/>
              </a:xfrm>
            </p:grpSpPr>
            <p:sp>
              <p:nvSpPr>
                <p:cNvPr id="90" name="圓角矩形 89"/>
                <p:cNvSpPr/>
                <p:nvPr userDrawn="1"/>
              </p:nvSpPr>
              <p:spPr>
                <a:xfrm>
                  <a:off x="407988" y="2025800"/>
                  <a:ext cx="2016000" cy="4248000"/>
                </a:xfrm>
                <a:prstGeom prst="roundRect">
                  <a:avLst>
                    <a:gd name="adj" fmla="val 5328"/>
                  </a:avLst>
                </a:prstGeom>
                <a:solidFill>
                  <a:srgbClr val="FFFFFF"/>
                </a:solidFill>
                <a:ln>
                  <a:noFill/>
                </a:ln>
                <a:effectLst>
                  <a:outerShdw blurRad="304800" dist="1016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91" name="群組 90"/>
                <p:cNvGrpSpPr/>
                <p:nvPr userDrawn="1"/>
              </p:nvGrpSpPr>
              <p:grpSpPr>
                <a:xfrm>
                  <a:off x="737388" y="2342810"/>
                  <a:ext cx="1357200" cy="1357200"/>
                  <a:chOff x="3037945" y="3994075"/>
                  <a:chExt cx="1357200" cy="1357200"/>
                </a:xfrm>
              </p:grpSpPr>
              <p:sp>
                <p:nvSpPr>
                  <p:cNvPr id="95" name="橢圓 94"/>
                  <p:cNvSpPr/>
                  <p:nvPr userDrawn="1"/>
                </p:nvSpPr>
                <p:spPr>
                  <a:xfrm>
                    <a:off x="3037945" y="3994075"/>
                    <a:ext cx="1357200" cy="1357200"/>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橢圓 95"/>
                  <p:cNvSpPr/>
                  <p:nvPr userDrawn="1"/>
                </p:nvSpPr>
                <p:spPr>
                  <a:xfrm>
                    <a:off x="3142345" y="4098475"/>
                    <a:ext cx="1148400" cy="114840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92" name="直線接點 91"/>
                <p:cNvCxnSpPr/>
                <p:nvPr userDrawn="1"/>
              </p:nvCxnSpPr>
              <p:spPr>
                <a:xfrm>
                  <a:off x="841788" y="3848100"/>
                  <a:ext cx="1148400"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93" name="文字方塊 92"/>
                <p:cNvSpPr txBox="1"/>
                <p:nvPr userDrawn="1"/>
              </p:nvSpPr>
              <p:spPr>
                <a:xfrm>
                  <a:off x="806401" y="3854182"/>
                  <a:ext cx="1219169" cy="1269418"/>
                </a:xfrm>
                <a:prstGeom prst="rect">
                  <a:avLst/>
                </a:prstGeom>
                <a:noFill/>
              </p:spPr>
              <p:txBody>
                <a:bodyPr wrap="none" rtlCol="0">
                  <a:spAutoFit/>
                </a:bodyPr>
                <a:lstStyle/>
                <a:p>
                  <a:r>
                    <a:rPr lang="en-US" altLang="zh-TW" sz="5400" dirty="0" smtClean="0">
                      <a:solidFill>
                        <a:srgbClr val="FFC000"/>
                      </a:solidFill>
                    </a:rPr>
                    <a:t>02</a:t>
                  </a:r>
                  <a:endParaRPr lang="zh-TW" altLang="en-US" sz="5400" dirty="0">
                    <a:solidFill>
                      <a:srgbClr val="FFC000"/>
                    </a:solidFill>
                  </a:endParaRPr>
                </a:p>
              </p:txBody>
            </p:sp>
          </p:grpSp>
          <p:sp>
            <p:nvSpPr>
              <p:cNvPr id="89" name="文字方塊 88"/>
              <p:cNvSpPr txBox="1"/>
              <p:nvPr userDrawn="1"/>
            </p:nvSpPr>
            <p:spPr>
              <a:xfrm>
                <a:off x="890027" y="2480843"/>
                <a:ext cx="1100161" cy="1142476"/>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4800" dirty="0" smtClean="0">
                    <a:solidFill>
                      <a:srgbClr val="FFFFFF"/>
                    </a:solidFill>
                    <a:sym typeface="Webdings"/>
                  </a:rPr>
                  <a:t></a:t>
                </a:r>
                <a:endParaRPr lang="zh-TW" altLang="en-US" sz="4800" dirty="0" smtClean="0">
                  <a:solidFill>
                    <a:srgbClr val="FFFFFF"/>
                  </a:solidFill>
                  <a:sym typeface="Webdings" panose="05030102010509060703" pitchFamily="18" charset="2"/>
                </a:endParaRPr>
              </a:p>
            </p:txBody>
          </p:sp>
        </p:grpSp>
        <p:sp>
          <p:nvSpPr>
            <p:cNvPr id="147" name="文字方塊 146"/>
            <p:cNvSpPr txBox="1"/>
            <p:nvPr userDrawn="1"/>
          </p:nvSpPr>
          <p:spPr>
            <a:xfrm>
              <a:off x="1894448" y="5647087"/>
              <a:ext cx="1349793" cy="830997"/>
            </a:xfrm>
            <a:prstGeom prst="rect">
              <a:avLst/>
            </a:prstGeom>
            <a:noFill/>
          </p:spPr>
          <p:txBody>
            <a:bodyPr wrap="non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400" b="1" dirty="0" smtClean="0">
                  <a:solidFill>
                    <a:schemeClr val="tx1">
                      <a:lumMod val="65000"/>
                      <a:lumOff val="35000"/>
                    </a:schemeClr>
                  </a:solidFill>
                </a:rPr>
                <a:t>Question</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400" b="1" dirty="0" smtClean="0">
                  <a:solidFill>
                    <a:schemeClr val="tx1">
                      <a:lumMod val="65000"/>
                      <a:lumOff val="35000"/>
                    </a:schemeClr>
                  </a:solidFill>
                </a:rPr>
                <a:t>2</a:t>
              </a:r>
            </a:p>
          </p:txBody>
        </p:sp>
      </p:grpSp>
      <p:grpSp>
        <p:nvGrpSpPr>
          <p:cNvPr id="4" name="群組 3"/>
          <p:cNvGrpSpPr/>
          <p:nvPr userDrawn="1"/>
        </p:nvGrpSpPr>
        <p:grpSpPr>
          <a:xfrm>
            <a:off x="3705601" y="3566403"/>
            <a:ext cx="1466368" cy="3089846"/>
            <a:chOff x="3705601" y="3566403"/>
            <a:chExt cx="1466368" cy="3089846"/>
          </a:xfrm>
        </p:grpSpPr>
        <p:grpSp>
          <p:nvGrpSpPr>
            <p:cNvPr id="97" name="群組 96"/>
            <p:cNvGrpSpPr/>
            <p:nvPr userDrawn="1"/>
          </p:nvGrpSpPr>
          <p:grpSpPr>
            <a:xfrm>
              <a:off x="3705601" y="3566403"/>
              <a:ext cx="1466368" cy="3089846"/>
              <a:chOff x="407988" y="2025800"/>
              <a:chExt cx="2016000" cy="4248000"/>
            </a:xfrm>
          </p:grpSpPr>
          <p:grpSp>
            <p:nvGrpSpPr>
              <p:cNvPr id="98" name="群組 97"/>
              <p:cNvGrpSpPr/>
              <p:nvPr userDrawn="1"/>
            </p:nvGrpSpPr>
            <p:grpSpPr>
              <a:xfrm>
                <a:off x="407988" y="2025800"/>
                <a:ext cx="2016000" cy="4248000"/>
                <a:chOff x="407988" y="2025800"/>
                <a:chExt cx="2016000" cy="4248000"/>
              </a:xfrm>
            </p:grpSpPr>
            <p:sp>
              <p:nvSpPr>
                <p:cNvPr id="100" name="圓角矩形 99"/>
                <p:cNvSpPr/>
                <p:nvPr userDrawn="1"/>
              </p:nvSpPr>
              <p:spPr>
                <a:xfrm>
                  <a:off x="407988" y="2025800"/>
                  <a:ext cx="2016000" cy="4248000"/>
                </a:xfrm>
                <a:prstGeom prst="roundRect">
                  <a:avLst>
                    <a:gd name="adj" fmla="val 5328"/>
                  </a:avLst>
                </a:prstGeom>
                <a:solidFill>
                  <a:srgbClr val="FFFFFF"/>
                </a:solidFill>
                <a:ln>
                  <a:noFill/>
                </a:ln>
                <a:effectLst>
                  <a:outerShdw blurRad="304800" dist="1016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01" name="群組 100"/>
                <p:cNvGrpSpPr/>
                <p:nvPr userDrawn="1"/>
              </p:nvGrpSpPr>
              <p:grpSpPr>
                <a:xfrm>
                  <a:off x="737388" y="2342810"/>
                  <a:ext cx="1357200" cy="1357200"/>
                  <a:chOff x="3037945" y="3994075"/>
                  <a:chExt cx="1357200" cy="1357200"/>
                </a:xfrm>
              </p:grpSpPr>
              <p:sp>
                <p:nvSpPr>
                  <p:cNvPr id="105" name="橢圓 104"/>
                  <p:cNvSpPr/>
                  <p:nvPr userDrawn="1"/>
                </p:nvSpPr>
                <p:spPr>
                  <a:xfrm>
                    <a:off x="3037945" y="3994075"/>
                    <a:ext cx="1357200" cy="13572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 name="橢圓 105"/>
                  <p:cNvSpPr/>
                  <p:nvPr userDrawn="1"/>
                </p:nvSpPr>
                <p:spPr>
                  <a:xfrm>
                    <a:off x="3142345" y="4098475"/>
                    <a:ext cx="1148400" cy="11484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102" name="直線接點 101"/>
                <p:cNvCxnSpPr/>
                <p:nvPr userDrawn="1"/>
              </p:nvCxnSpPr>
              <p:spPr>
                <a:xfrm>
                  <a:off x="841788" y="3848100"/>
                  <a:ext cx="1148400"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03" name="文字方塊 102"/>
                <p:cNvSpPr txBox="1"/>
                <p:nvPr userDrawn="1"/>
              </p:nvSpPr>
              <p:spPr>
                <a:xfrm>
                  <a:off x="806401" y="3854182"/>
                  <a:ext cx="1219169" cy="1269418"/>
                </a:xfrm>
                <a:prstGeom prst="rect">
                  <a:avLst/>
                </a:prstGeom>
                <a:noFill/>
              </p:spPr>
              <p:txBody>
                <a:bodyPr wrap="none" rtlCol="0">
                  <a:spAutoFit/>
                </a:bodyPr>
                <a:lstStyle/>
                <a:p>
                  <a:r>
                    <a:rPr lang="en-US" altLang="zh-TW" sz="5400" dirty="0" smtClean="0">
                      <a:solidFill>
                        <a:srgbClr val="00B050"/>
                      </a:solidFill>
                    </a:rPr>
                    <a:t>03</a:t>
                  </a:r>
                  <a:endParaRPr lang="zh-TW" altLang="en-US" sz="5400" dirty="0">
                    <a:solidFill>
                      <a:srgbClr val="00B050"/>
                    </a:solidFill>
                  </a:endParaRPr>
                </a:p>
              </p:txBody>
            </p:sp>
          </p:grpSp>
          <p:sp>
            <p:nvSpPr>
              <p:cNvPr id="99" name="文字方塊 98"/>
              <p:cNvSpPr txBox="1"/>
              <p:nvPr userDrawn="1"/>
            </p:nvSpPr>
            <p:spPr>
              <a:xfrm>
                <a:off x="865904" y="2438530"/>
                <a:ext cx="1100161" cy="1142476"/>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4800" dirty="0" smtClean="0">
                    <a:solidFill>
                      <a:srgbClr val="FFFFFF"/>
                    </a:solidFill>
                    <a:sym typeface="Webdings" panose="05030102010509060703" pitchFamily="18" charset="2"/>
                  </a:rPr>
                  <a:t></a:t>
                </a:r>
              </a:p>
            </p:txBody>
          </p:sp>
        </p:grpSp>
        <p:sp>
          <p:nvSpPr>
            <p:cNvPr id="148" name="文字方塊 147"/>
            <p:cNvSpPr txBox="1"/>
            <p:nvPr userDrawn="1"/>
          </p:nvSpPr>
          <p:spPr>
            <a:xfrm>
              <a:off x="3763889" y="5720301"/>
              <a:ext cx="1349793" cy="830997"/>
            </a:xfrm>
            <a:prstGeom prst="rect">
              <a:avLst/>
            </a:prstGeom>
            <a:noFill/>
          </p:spPr>
          <p:txBody>
            <a:bodyPr wrap="non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400" b="1" dirty="0" smtClean="0">
                  <a:solidFill>
                    <a:schemeClr val="tx1">
                      <a:lumMod val="65000"/>
                      <a:lumOff val="35000"/>
                    </a:schemeClr>
                  </a:solidFill>
                </a:rPr>
                <a:t>Question</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400" b="1" dirty="0" smtClean="0">
                  <a:solidFill>
                    <a:schemeClr val="tx1">
                      <a:lumMod val="65000"/>
                      <a:lumOff val="35000"/>
                    </a:schemeClr>
                  </a:solidFill>
                </a:rPr>
                <a:t>3</a:t>
              </a:r>
            </a:p>
          </p:txBody>
        </p:sp>
      </p:grpSp>
      <p:grpSp>
        <p:nvGrpSpPr>
          <p:cNvPr id="5" name="群組 4"/>
          <p:cNvGrpSpPr/>
          <p:nvPr userDrawn="1"/>
        </p:nvGrpSpPr>
        <p:grpSpPr>
          <a:xfrm>
            <a:off x="5383883" y="3566403"/>
            <a:ext cx="1466368" cy="3089846"/>
            <a:chOff x="5383883" y="3566403"/>
            <a:chExt cx="1466368" cy="3089846"/>
          </a:xfrm>
        </p:grpSpPr>
        <p:grpSp>
          <p:nvGrpSpPr>
            <p:cNvPr id="107" name="群組 106"/>
            <p:cNvGrpSpPr/>
            <p:nvPr userDrawn="1"/>
          </p:nvGrpSpPr>
          <p:grpSpPr>
            <a:xfrm>
              <a:off x="5383883" y="3566403"/>
              <a:ext cx="1466368" cy="3089846"/>
              <a:chOff x="407988" y="2025800"/>
              <a:chExt cx="2016000" cy="4248000"/>
            </a:xfrm>
          </p:grpSpPr>
          <p:grpSp>
            <p:nvGrpSpPr>
              <p:cNvPr id="108" name="群組 107"/>
              <p:cNvGrpSpPr/>
              <p:nvPr userDrawn="1"/>
            </p:nvGrpSpPr>
            <p:grpSpPr>
              <a:xfrm>
                <a:off x="407988" y="2025800"/>
                <a:ext cx="2016000" cy="4248000"/>
                <a:chOff x="407988" y="2025800"/>
                <a:chExt cx="2016000" cy="4248000"/>
              </a:xfrm>
            </p:grpSpPr>
            <p:sp>
              <p:nvSpPr>
                <p:cNvPr id="110" name="圓角矩形 109"/>
                <p:cNvSpPr/>
                <p:nvPr userDrawn="1"/>
              </p:nvSpPr>
              <p:spPr>
                <a:xfrm>
                  <a:off x="407988" y="2025800"/>
                  <a:ext cx="2016000" cy="4248000"/>
                </a:xfrm>
                <a:prstGeom prst="roundRect">
                  <a:avLst>
                    <a:gd name="adj" fmla="val 5328"/>
                  </a:avLst>
                </a:prstGeom>
                <a:solidFill>
                  <a:srgbClr val="FFFFFF"/>
                </a:solidFill>
                <a:ln>
                  <a:noFill/>
                </a:ln>
                <a:effectLst>
                  <a:outerShdw blurRad="304800" dist="1016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11" name="群組 110"/>
                <p:cNvGrpSpPr/>
                <p:nvPr userDrawn="1"/>
              </p:nvGrpSpPr>
              <p:grpSpPr>
                <a:xfrm>
                  <a:off x="737388" y="2342810"/>
                  <a:ext cx="1357200" cy="1357200"/>
                  <a:chOff x="3037945" y="3994075"/>
                  <a:chExt cx="1357200" cy="1357200"/>
                </a:xfrm>
              </p:grpSpPr>
              <p:sp>
                <p:nvSpPr>
                  <p:cNvPr id="115" name="橢圓 114"/>
                  <p:cNvSpPr/>
                  <p:nvPr userDrawn="1"/>
                </p:nvSpPr>
                <p:spPr>
                  <a:xfrm>
                    <a:off x="3037945" y="3994075"/>
                    <a:ext cx="1357200" cy="1357200"/>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 name="橢圓 115"/>
                  <p:cNvSpPr/>
                  <p:nvPr userDrawn="1"/>
                </p:nvSpPr>
                <p:spPr>
                  <a:xfrm>
                    <a:off x="3142345" y="4098475"/>
                    <a:ext cx="1148400" cy="11484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112" name="直線接點 111"/>
                <p:cNvCxnSpPr/>
                <p:nvPr userDrawn="1"/>
              </p:nvCxnSpPr>
              <p:spPr>
                <a:xfrm>
                  <a:off x="841788" y="3848100"/>
                  <a:ext cx="1148400"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13" name="文字方塊 112"/>
                <p:cNvSpPr txBox="1"/>
                <p:nvPr userDrawn="1"/>
              </p:nvSpPr>
              <p:spPr>
                <a:xfrm>
                  <a:off x="806401" y="3848100"/>
                  <a:ext cx="1219169" cy="1269418"/>
                </a:xfrm>
                <a:prstGeom prst="rect">
                  <a:avLst/>
                </a:prstGeom>
                <a:noFill/>
              </p:spPr>
              <p:txBody>
                <a:bodyPr wrap="none" rtlCol="0">
                  <a:spAutoFit/>
                </a:bodyPr>
                <a:lstStyle/>
                <a:p>
                  <a:r>
                    <a:rPr lang="en-US" altLang="zh-TW" sz="5400" dirty="0" smtClean="0">
                      <a:solidFill>
                        <a:srgbClr val="00B0F0"/>
                      </a:solidFill>
                    </a:rPr>
                    <a:t>04</a:t>
                  </a:r>
                  <a:endParaRPr lang="zh-TW" altLang="en-US" sz="5400" dirty="0">
                    <a:solidFill>
                      <a:srgbClr val="00B0F0"/>
                    </a:solidFill>
                  </a:endParaRPr>
                </a:p>
              </p:txBody>
            </p:sp>
          </p:grpSp>
          <p:sp>
            <p:nvSpPr>
              <p:cNvPr id="109" name="文字方塊 108"/>
              <p:cNvSpPr txBox="1"/>
              <p:nvPr userDrawn="1"/>
            </p:nvSpPr>
            <p:spPr>
              <a:xfrm>
                <a:off x="865907" y="2438529"/>
                <a:ext cx="1100161" cy="1142476"/>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4800" dirty="0" smtClean="0">
                    <a:solidFill>
                      <a:srgbClr val="FFFFFF"/>
                    </a:solidFill>
                    <a:sym typeface="Webdings"/>
                  </a:rPr>
                  <a:t></a:t>
                </a:r>
                <a:endParaRPr lang="zh-TW" altLang="en-US" sz="4800" dirty="0" smtClean="0">
                  <a:solidFill>
                    <a:srgbClr val="FFFFFF"/>
                  </a:solidFill>
                </a:endParaRPr>
              </a:p>
            </p:txBody>
          </p:sp>
        </p:grpSp>
        <p:sp>
          <p:nvSpPr>
            <p:cNvPr id="149" name="文字方塊 148"/>
            <p:cNvSpPr txBox="1"/>
            <p:nvPr userDrawn="1"/>
          </p:nvSpPr>
          <p:spPr>
            <a:xfrm>
              <a:off x="5421100" y="5647086"/>
              <a:ext cx="1349793" cy="830997"/>
            </a:xfrm>
            <a:prstGeom prst="rect">
              <a:avLst/>
            </a:prstGeom>
            <a:noFill/>
          </p:spPr>
          <p:txBody>
            <a:bodyPr wrap="non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400" b="1" dirty="0" smtClean="0">
                  <a:solidFill>
                    <a:schemeClr val="tx1">
                      <a:lumMod val="65000"/>
                      <a:lumOff val="35000"/>
                    </a:schemeClr>
                  </a:solidFill>
                </a:rPr>
                <a:t>Question</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400" b="1" dirty="0" smtClean="0">
                  <a:solidFill>
                    <a:schemeClr val="tx1">
                      <a:lumMod val="65000"/>
                      <a:lumOff val="35000"/>
                    </a:schemeClr>
                  </a:solidFill>
                </a:rPr>
                <a:t>4</a:t>
              </a:r>
            </a:p>
          </p:txBody>
        </p:sp>
      </p:grpSp>
      <p:grpSp>
        <p:nvGrpSpPr>
          <p:cNvPr id="6" name="群組 5"/>
          <p:cNvGrpSpPr/>
          <p:nvPr userDrawn="1"/>
        </p:nvGrpSpPr>
        <p:grpSpPr>
          <a:xfrm>
            <a:off x="7159376" y="3566403"/>
            <a:ext cx="1466368" cy="3089846"/>
            <a:chOff x="7159376" y="3566403"/>
            <a:chExt cx="1466368" cy="3089846"/>
          </a:xfrm>
        </p:grpSpPr>
        <p:grpSp>
          <p:nvGrpSpPr>
            <p:cNvPr id="117" name="群組 116"/>
            <p:cNvGrpSpPr/>
            <p:nvPr userDrawn="1"/>
          </p:nvGrpSpPr>
          <p:grpSpPr>
            <a:xfrm>
              <a:off x="7159376" y="3566403"/>
              <a:ext cx="1466368" cy="3089846"/>
              <a:chOff x="407988" y="2025800"/>
              <a:chExt cx="2016000" cy="4248000"/>
            </a:xfrm>
          </p:grpSpPr>
          <p:grpSp>
            <p:nvGrpSpPr>
              <p:cNvPr id="118" name="群組 117"/>
              <p:cNvGrpSpPr/>
              <p:nvPr userDrawn="1"/>
            </p:nvGrpSpPr>
            <p:grpSpPr>
              <a:xfrm>
                <a:off x="407988" y="2025800"/>
                <a:ext cx="2016000" cy="4248000"/>
                <a:chOff x="407988" y="2025800"/>
                <a:chExt cx="2016000" cy="4248000"/>
              </a:xfrm>
            </p:grpSpPr>
            <p:sp>
              <p:nvSpPr>
                <p:cNvPr id="120" name="圓角矩形 119"/>
                <p:cNvSpPr/>
                <p:nvPr userDrawn="1"/>
              </p:nvSpPr>
              <p:spPr>
                <a:xfrm>
                  <a:off x="407988" y="2025800"/>
                  <a:ext cx="2016000" cy="4248000"/>
                </a:xfrm>
                <a:prstGeom prst="roundRect">
                  <a:avLst>
                    <a:gd name="adj" fmla="val 5328"/>
                  </a:avLst>
                </a:prstGeom>
                <a:solidFill>
                  <a:srgbClr val="FFFFFF"/>
                </a:solidFill>
                <a:ln>
                  <a:noFill/>
                </a:ln>
                <a:effectLst>
                  <a:outerShdw blurRad="304800" dist="1016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21" name="群組 120"/>
                <p:cNvGrpSpPr/>
                <p:nvPr userDrawn="1"/>
              </p:nvGrpSpPr>
              <p:grpSpPr>
                <a:xfrm>
                  <a:off x="737388" y="2342810"/>
                  <a:ext cx="1357200" cy="1357200"/>
                  <a:chOff x="3037945" y="3994075"/>
                  <a:chExt cx="1357200" cy="1357200"/>
                </a:xfrm>
              </p:grpSpPr>
              <p:sp>
                <p:nvSpPr>
                  <p:cNvPr id="125" name="橢圓 124"/>
                  <p:cNvSpPr/>
                  <p:nvPr userDrawn="1"/>
                </p:nvSpPr>
                <p:spPr>
                  <a:xfrm>
                    <a:off x="3037945" y="3994075"/>
                    <a:ext cx="1357200" cy="1357200"/>
                  </a:xfrm>
                  <a:prstGeom prst="ellipse">
                    <a:avLst/>
                  </a:prstGeom>
                  <a:noFill/>
                  <a:ln>
                    <a:solidFill>
                      <a:srgbClr val="A466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6" name="橢圓 125"/>
                  <p:cNvSpPr/>
                  <p:nvPr userDrawn="1"/>
                </p:nvSpPr>
                <p:spPr>
                  <a:xfrm>
                    <a:off x="3142345" y="4098475"/>
                    <a:ext cx="1148400" cy="1148400"/>
                  </a:xfrm>
                  <a:prstGeom prst="ellipse">
                    <a:avLst/>
                  </a:prstGeom>
                  <a:solidFill>
                    <a:srgbClr val="A466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122" name="直線接點 121"/>
                <p:cNvCxnSpPr/>
                <p:nvPr userDrawn="1"/>
              </p:nvCxnSpPr>
              <p:spPr>
                <a:xfrm>
                  <a:off x="841788" y="3848100"/>
                  <a:ext cx="1148400"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23" name="文字方塊 122"/>
                <p:cNvSpPr txBox="1"/>
                <p:nvPr userDrawn="1"/>
              </p:nvSpPr>
              <p:spPr>
                <a:xfrm>
                  <a:off x="865907" y="3854182"/>
                  <a:ext cx="1219169" cy="1269418"/>
                </a:xfrm>
                <a:prstGeom prst="rect">
                  <a:avLst/>
                </a:prstGeom>
                <a:noFill/>
              </p:spPr>
              <p:txBody>
                <a:bodyPr wrap="none" rtlCol="0">
                  <a:spAutoFit/>
                </a:bodyPr>
                <a:lstStyle/>
                <a:p>
                  <a:r>
                    <a:rPr lang="en-US" altLang="zh-TW" sz="5400" dirty="0" smtClean="0">
                      <a:solidFill>
                        <a:srgbClr val="A466D8"/>
                      </a:solidFill>
                    </a:rPr>
                    <a:t>05</a:t>
                  </a:r>
                  <a:endParaRPr lang="zh-TW" altLang="en-US" sz="5400" dirty="0">
                    <a:solidFill>
                      <a:srgbClr val="A466D8"/>
                    </a:solidFill>
                  </a:endParaRPr>
                </a:p>
              </p:txBody>
            </p:sp>
          </p:grpSp>
          <p:sp>
            <p:nvSpPr>
              <p:cNvPr id="119" name="文字方塊 118"/>
              <p:cNvSpPr txBox="1"/>
              <p:nvPr userDrawn="1"/>
            </p:nvSpPr>
            <p:spPr>
              <a:xfrm>
                <a:off x="865907" y="2438528"/>
                <a:ext cx="1100161" cy="1142476"/>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4800" dirty="0" smtClean="0">
                    <a:solidFill>
                      <a:srgbClr val="FFFFFF"/>
                    </a:solidFill>
                    <a:sym typeface="Webdings" panose="05030102010509060703" pitchFamily="18" charset="2"/>
                  </a:rPr>
                  <a:t></a:t>
                </a:r>
                <a:endParaRPr lang="zh-TW" altLang="en-US" sz="4800" dirty="0" smtClean="0">
                  <a:solidFill>
                    <a:srgbClr val="FFFFFF"/>
                  </a:solidFill>
                </a:endParaRPr>
              </a:p>
            </p:txBody>
          </p:sp>
        </p:grpSp>
        <p:sp>
          <p:nvSpPr>
            <p:cNvPr id="150" name="文字方塊 149"/>
            <p:cNvSpPr txBox="1"/>
            <p:nvPr userDrawn="1"/>
          </p:nvSpPr>
          <p:spPr>
            <a:xfrm>
              <a:off x="7217664" y="5647087"/>
              <a:ext cx="1349793" cy="830997"/>
            </a:xfrm>
            <a:prstGeom prst="rect">
              <a:avLst/>
            </a:prstGeom>
            <a:noFill/>
          </p:spPr>
          <p:txBody>
            <a:bodyPr wrap="non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400" b="1" dirty="0" smtClean="0">
                  <a:solidFill>
                    <a:schemeClr val="tx1">
                      <a:lumMod val="65000"/>
                      <a:lumOff val="35000"/>
                    </a:schemeClr>
                  </a:solidFill>
                </a:rPr>
                <a:t>Question</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400" b="1" dirty="0" smtClean="0">
                  <a:solidFill>
                    <a:schemeClr val="tx1">
                      <a:lumMod val="65000"/>
                      <a:lumOff val="35000"/>
                    </a:schemeClr>
                  </a:solidFill>
                </a:rPr>
                <a:t>5</a:t>
              </a:r>
            </a:p>
          </p:txBody>
        </p:sp>
      </p:grpSp>
      <p:grpSp>
        <p:nvGrpSpPr>
          <p:cNvPr id="10" name="群組 9"/>
          <p:cNvGrpSpPr/>
          <p:nvPr userDrawn="1"/>
        </p:nvGrpSpPr>
        <p:grpSpPr>
          <a:xfrm>
            <a:off x="8842432" y="3566403"/>
            <a:ext cx="1466368" cy="3089846"/>
            <a:chOff x="8842432" y="3566403"/>
            <a:chExt cx="1466368" cy="3089846"/>
          </a:xfrm>
        </p:grpSpPr>
        <p:grpSp>
          <p:nvGrpSpPr>
            <p:cNvPr id="127" name="群組 126"/>
            <p:cNvGrpSpPr/>
            <p:nvPr userDrawn="1"/>
          </p:nvGrpSpPr>
          <p:grpSpPr>
            <a:xfrm>
              <a:off x="8842432" y="3566403"/>
              <a:ext cx="1466368" cy="3089846"/>
              <a:chOff x="407988" y="2025800"/>
              <a:chExt cx="2016000" cy="4248000"/>
            </a:xfrm>
          </p:grpSpPr>
          <p:grpSp>
            <p:nvGrpSpPr>
              <p:cNvPr id="128" name="群組 127"/>
              <p:cNvGrpSpPr/>
              <p:nvPr userDrawn="1"/>
            </p:nvGrpSpPr>
            <p:grpSpPr>
              <a:xfrm>
                <a:off x="407988" y="2025800"/>
                <a:ext cx="2016000" cy="4248000"/>
                <a:chOff x="407988" y="2025800"/>
                <a:chExt cx="2016000" cy="4248000"/>
              </a:xfrm>
            </p:grpSpPr>
            <p:sp>
              <p:nvSpPr>
                <p:cNvPr id="130" name="圓角矩形 129"/>
                <p:cNvSpPr/>
                <p:nvPr userDrawn="1"/>
              </p:nvSpPr>
              <p:spPr>
                <a:xfrm>
                  <a:off x="407988" y="2025800"/>
                  <a:ext cx="2016000" cy="4248000"/>
                </a:xfrm>
                <a:prstGeom prst="roundRect">
                  <a:avLst>
                    <a:gd name="adj" fmla="val 5328"/>
                  </a:avLst>
                </a:prstGeom>
                <a:solidFill>
                  <a:srgbClr val="FFFFFF"/>
                </a:solidFill>
                <a:ln>
                  <a:noFill/>
                </a:ln>
                <a:effectLst>
                  <a:outerShdw blurRad="304800" dist="1016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31" name="群組 130"/>
                <p:cNvGrpSpPr/>
                <p:nvPr userDrawn="1"/>
              </p:nvGrpSpPr>
              <p:grpSpPr>
                <a:xfrm>
                  <a:off x="737388" y="2342810"/>
                  <a:ext cx="1357200" cy="1357200"/>
                  <a:chOff x="3037945" y="3994075"/>
                  <a:chExt cx="1357200" cy="1357200"/>
                </a:xfrm>
              </p:grpSpPr>
              <p:sp>
                <p:nvSpPr>
                  <p:cNvPr id="135" name="橢圓 134"/>
                  <p:cNvSpPr/>
                  <p:nvPr userDrawn="1"/>
                </p:nvSpPr>
                <p:spPr>
                  <a:xfrm>
                    <a:off x="3037945" y="3994075"/>
                    <a:ext cx="1357200" cy="1357200"/>
                  </a:xfrm>
                  <a:prstGeom prst="ellipse">
                    <a:avLst/>
                  </a:prstGeom>
                  <a:no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6" name="橢圓 135"/>
                  <p:cNvSpPr/>
                  <p:nvPr userDrawn="1"/>
                </p:nvSpPr>
                <p:spPr>
                  <a:xfrm>
                    <a:off x="3142345" y="4098475"/>
                    <a:ext cx="1148400" cy="1148400"/>
                  </a:xfrm>
                  <a:prstGeom prst="ellipse">
                    <a:avLst/>
                  </a:prstGeom>
                  <a:solidFill>
                    <a:srgbClr val="FF99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132" name="直線接點 131"/>
                <p:cNvCxnSpPr/>
                <p:nvPr userDrawn="1"/>
              </p:nvCxnSpPr>
              <p:spPr>
                <a:xfrm>
                  <a:off x="841788" y="3848100"/>
                  <a:ext cx="1148400"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33" name="文字方塊 132"/>
                <p:cNvSpPr txBox="1"/>
                <p:nvPr userDrawn="1"/>
              </p:nvSpPr>
              <p:spPr>
                <a:xfrm>
                  <a:off x="878745" y="3854182"/>
                  <a:ext cx="1219169" cy="1269418"/>
                </a:xfrm>
                <a:prstGeom prst="rect">
                  <a:avLst/>
                </a:prstGeom>
                <a:noFill/>
              </p:spPr>
              <p:txBody>
                <a:bodyPr wrap="none" rtlCol="0">
                  <a:spAutoFit/>
                </a:bodyPr>
                <a:lstStyle/>
                <a:p>
                  <a:r>
                    <a:rPr lang="en-US" altLang="zh-TW" sz="5400" dirty="0" smtClean="0">
                      <a:solidFill>
                        <a:srgbClr val="FF9999"/>
                      </a:solidFill>
                    </a:rPr>
                    <a:t>06</a:t>
                  </a:r>
                  <a:endParaRPr lang="zh-TW" altLang="en-US" sz="5400" dirty="0">
                    <a:solidFill>
                      <a:srgbClr val="FF9999"/>
                    </a:solidFill>
                  </a:endParaRPr>
                </a:p>
              </p:txBody>
            </p:sp>
          </p:grpSp>
          <p:sp>
            <p:nvSpPr>
              <p:cNvPr id="129" name="文字方塊 128"/>
              <p:cNvSpPr txBox="1"/>
              <p:nvPr userDrawn="1"/>
            </p:nvSpPr>
            <p:spPr>
              <a:xfrm>
                <a:off x="841788" y="2438527"/>
                <a:ext cx="1100161" cy="1142476"/>
              </a:xfrm>
              <a:prstGeom prst="rect">
                <a:avLst/>
              </a:prstGeom>
              <a:noFill/>
            </p:spPr>
            <p:txBody>
              <a:bodyPr wrap="none" rtlCol="0">
                <a:spAutoFit/>
              </a:bodyPr>
              <a:lstStyle/>
              <a:p>
                <a:r>
                  <a:rPr lang="zh-TW" altLang="en-US" sz="4800" dirty="0" smtClean="0">
                    <a:solidFill>
                      <a:srgbClr val="FFFFFF"/>
                    </a:solidFill>
                    <a:sym typeface="Webdings"/>
                  </a:rPr>
                  <a:t></a:t>
                </a:r>
                <a:endParaRPr lang="zh-TW" altLang="en-US" sz="4800" dirty="0">
                  <a:solidFill>
                    <a:srgbClr val="FFFFFF"/>
                  </a:solidFill>
                </a:endParaRPr>
              </a:p>
            </p:txBody>
          </p:sp>
        </p:grpSp>
        <p:sp>
          <p:nvSpPr>
            <p:cNvPr id="151" name="文字方塊 150"/>
            <p:cNvSpPr txBox="1"/>
            <p:nvPr userDrawn="1"/>
          </p:nvSpPr>
          <p:spPr>
            <a:xfrm>
              <a:off x="8900720" y="5720302"/>
              <a:ext cx="1349793" cy="830997"/>
            </a:xfrm>
            <a:prstGeom prst="rect">
              <a:avLst/>
            </a:prstGeom>
            <a:noFill/>
          </p:spPr>
          <p:txBody>
            <a:bodyPr wrap="non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400" b="1" dirty="0" smtClean="0">
                  <a:solidFill>
                    <a:schemeClr val="tx1">
                      <a:lumMod val="65000"/>
                      <a:lumOff val="35000"/>
                    </a:schemeClr>
                  </a:solidFill>
                </a:rPr>
                <a:t>Question</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400" b="1" dirty="0" smtClean="0">
                  <a:solidFill>
                    <a:schemeClr val="tx1">
                      <a:lumMod val="65000"/>
                      <a:lumOff val="35000"/>
                    </a:schemeClr>
                  </a:solidFill>
                </a:rPr>
                <a:t>6</a:t>
              </a:r>
            </a:p>
          </p:txBody>
        </p:sp>
      </p:grpSp>
      <p:grpSp>
        <p:nvGrpSpPr>
          <p:cNvPr id="12" name="群組 11"/>
          <p:cNvGrpSpPr/>
          <p:nvPr userDrawn="1"/>
        </p:nvGrpSpPr>
        <p:grpSpPr>
          <a:xfrm>
            <a:off x="10574971" y="3566403"/>
            <a:ext cx="1466368" cy="3089846"/>
            <a:chOff x="10574971" y="3566403"/>
            <a:chExt cx="1466368" cy="3089846"/>
          </a:xfrm>
        </p:grpSpPr>
        <p:grpSp>
          <p:nvGrpSpPr>
            <p:cNvPr id="137" name="群組 136"/>
            <p:cNvGrpSpPr/>
            <p:nvPr userDrawn="1"/>
          </p:nvGrpSpPr>
          <p:grpSpPr>
            <a:xfrm>
              <a:off x="10574971" y="3566403"/>
              <a:ext cx="1466368" cy="3089846"/>
              <a:chOff x="407988" y="2025800"/>
              <a:chExt cx="2016000" cy="4248000"/>
            </a:xfrm>
          </p:grpSpPr>
          <p:grpSp>
            <p:nvGrpSpPr>
              <p:cNvPr id="138" name="群組 137"/>
              <p:cNvGrpSpPr/>
              <p:nvPr userDrawn="1"/>
            </p:nvGrpSpPr>
            <p:grpSpPr>
              <a:xfrm>
                <a:off x="407988" y="2025800"/>
                <a:ext cx="2016000" cy="4248000"/>
                <a:chOff x="407988" y="2025800"/>
                <a:chExt cx="2016000" cy="4248000"/>
              </a:xfrm>
            </p:grpSpPr>
            <p:sp>
              <p:nvSpPr>
                <p:cNvPr id="140" name="圓角矩形 139"/>
                <p:cNvSpPr/>
                <p:nvPr userDrawn="1"/>
              </p:nvSpPr>
              <p:spPr>
                <a:xfrm>
                  <a:off x="407988" y="2025800"/>
                  <a:ext cx="2016000" cy="4248000"/>
                </a:xfrm>
                <a:prstGeom prst="roundRect">
                  <a:avLst>
                    <a:gd name="adj" fmla="val 5328"/>
                  </a:avLst>
                </a:prstGeom>
                <a:solidFill>
                  <a:srgbClr val="FFFFFF"/>
                </a:solidFill>
                <a:ln>
                  <a:noFill/>
                </a:ln>
                <a:effectLst>
                  <a:outerShdw blurRad="304800" dist="1016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41" name="群組 140"/>
                <p:cNvGrpSpPr/>
                <p:nvPr userDrawn="1"/>
              </p:nvGrpSpPr>
              <p:grpSpPr>
                <a:xfrm>
                  <a:off x="737388" y="2342810"/>
                  <a:ext cx="1357200" cy="1357200"/>
                  <a:chOff x="3037945" y="3994075"/>
                  <a:chExt cx="1357200" cy="1357200"/>
                </a:xfrm>
              </p:grpSpPr>
              <p:sp>
                <p:nvSpPr>
                  <p:cNvPr id="145" name="橢圓 144"/>
                  <p:cNvSpPr/>
                  <p:nvPr userDrawn="1"/>
                </p:nvSpPr>
                <p:spPr>
                  <a:xfrm>
                    <a:off x="3037945" y="3994075"/>
                    <a:ext cx="1357200" cy="1357200"/>
                  </a:xfrm>
                  <a:prstGeom prst="ellipse">
                    <a:avLst/>
                  </a:prstGeom>
                  <a:no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6" name="橢圓 145"/>
                  <p:cNvSpPr/>
                  <p:nvPr userDrawn="1"/>
                </p:nvSpPr>
                <p:spPr>
                  <a:xfrm>
                    <a:off x="3142345" y="4098475"/>
                    <a:ext cx="1148400" cy="114840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142" name="直線接點 141"/>
                <p:cNvCxnSpPr/>
                <p:nvPr userDrawn="1"/>
              </p:nvCxnSpPr>
              <p:spPr>
                <a:xfrm>
                  <a:off x="841788" y="3848100"/>
                  <a:ext cx="1148400"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43" name="文字方塊 142"/>
                <p:cNvSpPr txBox="1"/>
                <p:nvPr userDrawn="1"/>
              </p:nvSpPr>
              <p:spPr>
                <a:xfrm>
                  <a:off x="851041" y="3854182"/>
                  <a:ext cx="1219169" cy="1269418"/>
                </a:xfrm>
                <a:prstGeom prst="rect">
                  <a:avLst/>
                </a:prstGeom>
                <a:noFill/>
              </p:spPr>
              <p:txBody>
                <a:bodyPr wrap="none" rtlCol="0">
                  <a:spAutoFit/>
                </a:bodyPr>
                <a:lstStyle/>
                <a:p>
                  <a:r>
                    <a:rPr lang="en-US" altLang="zh-TW" sz="5400" dirty="0" smtClean="0">
                      <a:solidFill>
                        <a:srgbClr val="0066FF"/>
                      </a:solidFill>
                    </a:rPr>
                    <a:t>07</a:t>
                  </a:r>
                  <a:endParaRPr lang="zh-TW" altLang="en-US" sz="5400" dirty="0">
                    <a:solidFill>
                      <a:srgbClr val="0066FF"/>
                    </a:solidFill>
                  </a:endParaRPr>
                </a:p>
              </p:txBody>
            </p:sp>
          </p:grpSp>
          <p:sp>
            <p:nvSpPr>
              <p:cNvPr id="139" name="文字方塊 138"/>
              <p:cNvSpPr txBox="1"/>
              <p:nvPr userDrawn="1"/>
            </p:nvSpPr>
            <p:spPr>
              <a:xfrm>
                <a:off x="865907" y="2438525"/>
                <a:ext cx="1100161" cy="1142476"/>
              </a:xfrm>
              <a:prstGeom prst="rect">
                <a:avLst/>
              </a:prstGeom>
              <a:noFill/>
            </p:spPr>
            <p:txBody>
              <a:bodyPr wrap="none" rtlCol="0">
                <a:spAutoFit/>
              </a:bodyPr>
              <a:lstStyle/>
              <a:p>
                <a:r>
                  <a:rPr lang="zh-TW" altLang="en-US" sz="4800" dirty="0" smtClean="0">
                    <a:solidFill>
                      <a:srgbClr val="FFFFFF"/>
                    </a:solidFill>
                    <a:sym typeface="Webdings"/>
                  </a:rPr>
                  <a:t></a:t>
                </a:r>
                <a:endParaRPr lang="zh-TW" altLang="en-US" sz="4800" dirty="0">
                  <a:solidFill>
                    <a:srgbClr val="FFFFFF"/>
                  </a:solidFill>
                </a:endParaRPr>
              </a:p>
            </p:txBody>
          </p:sp>
        </p:grpSp>
        <p:sp>
          <p:nvSpPr>
            <p:cNvPr id="152" name="文字方塊 151"/>
            <p:cNvSpPr txBox="1"/>
            <p:nvPr userDrawn="1"/>
          </p:nvSpPr>
          <p:spPr>
            <a:xfrm>
              <a:off x="10633259" y="5720302"/>
              <a:ext cx="1349793" cy="830997"/>
            </a:xfrm>
            <a:prstGeom prst="rect">
              <a:avLst/>
            </a:prstGeom>
            <a:noFill/>
          </p:spPr>
          <p:txBody>
            <a:bodyPr wrap="non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400" b="1" dirty="0" smtClean="0">
                  <a:solidFill>
                    <a:schemeClr val="tx1">
                      <a:lumMod val="65000"/>
                      <a:lumOff val="35000"/>
                    </a:schemeClr>
                  </a:solidFill>
                </a:rPr>
                <a:t>Question</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400" b="1" dirty="0" smtClean="0">
                  <a:solidFill>
                    <a:schemeClr val="tx1">
                      <a:lumMod val="65000"/>
                      <a:lumOff val="35000"/>
                    </a:schemeClr>
                  </a:solidFill>
                </a:rPr>
                <a:t>7</a:t>
              </a:r>
            </a:p>
          </p:txBody>
        </p:sp>
      </p:grpSp>
    </p:spTree>
    <p:extLst>
      <p:ext uri="{BB962C8B-B14F-4D97-AF65-F5344CB8AC3E}">
        <p14:creationId xmlns:p14="http://schemas.microsoft.com/office/powerpoint/2010/main" val="643316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300"/>
                                        <p:tgtEl>
                                          <p:spTgt spid="25"/>
                                        </p:tgtEl>
                                      </p:cBhvr>
                                    </p:animEffect>
                                  </p:childTnLst>
                                </p:cTn>
                              </p:par>
                            </p:childTnLst>
                          </p:cTn>
                        </p:par>
                        <p:par>
                          <p:cTn id="8" fill="hold">
                            <p:stCondLst>
                              <p:cond delay="3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300"/>
                                        <p:tgtEl>
                                          <p:spTgt spid="3"/>
                                        </p:tgtEl>
                                      </p:cBhvr>
                                    </p:animEffect>
                                  </p:childTnLst>
                                </p:cTn>
                              </p:par>
                            </p:childTnLst>
                          </p:cTn>
                        </p:par>
                        <p:par>
                          <p:cTn id="12" fill="hold">
                            <p:stCondLst>
                              <p:cond delay="600"/>
                            </p:stCondLst>
                            <p:childTnLst>
                              <p:par>
                                <p:cTn id="13" presetID="22" presetClass="entr" presetSubtype="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300"/>
                                        <p:tgtEl>
                                          <p:spTgt spid="4"/>
                                        </p:tgtEl>
                                      </p:cBhvr>
                                    </p:animEffect>
                                  </p:childTnLst>
                                </p:cTn>
                              </p:par>
                            </p:childTnLst>
                          </p:cTn>
                        </p:par>
                        <p:par>
                          <p:cTn id="16" fill="hold">
                            <p:stCondLst>
                              <p:cond delay="900"/>
                            </p:stCondLst>
                            <p:childTnLst>
                              <p:par>
                                <p:cTn id="17" presetID="22" presetClass="entr" presetSubtype="1"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up)">
                                      <p:cBhvr>
                                        <p:cTn id="19" dur="300"/>
                                        <p:tgtEl>
                                          <p:spTgt spid="5"/>
                                        </p:tgtEl>
                                      </p:cBhvr>
                                    </p:animEffect>
                                  </p:childTnLst>
                                </p:cTn>
                              </p:par>
                            </p:childTnLst>
                          </p:cTn>
                        </p:par>
                        <p:par>
                          <p:cTn id="20" fill="hold">
                            <p:stCondLst>
                              <p:cond delay="1200"/>
                            </p:stCondLst>
                            <p:childTnLst>
                              <p:par>
                                <p:cTn id="21" presetID="22" presetClass="entr" presetSubtype="1"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up)">
                                      <p:cBhvr>
                                        <p:cTn id="23" dur="300"/>
                                        <p:tgtEl>
                                          <p:spTgt spid="6"/>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300"/>
                                        <p:tgtEl>
                                          <p:spTgt spid="10"/>
                                        </p:tgtEl>
                                      </p:cBhvr>
                                    </p:animEffect>
                                  </p:childTnLst>
                                </p:cTn>
                              </p:par>
                            </p:childTnLst>
                          </p:cTn>
                        </p:par>
                        <p:par>
                          <p:cTn id="28" fill="hold">
                            <p:stCondLst>
                              <p:cond delay="1800"/>
                            </p:stCondLst>
                            <p:childTnLst>
                              <p:par>
                                <p:cTn id="29" presetID="22" presetClass="entr" presetSubtype="1" fill="hold"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up)">
                                      <p:cBhvr>
                                        <p:cTn id="31" dur="3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章節標題">
    <p:spTree>
      <p:nvGrpSpPr>
        <p:cNvPr id="1" name=""/>
        <p:cNvGrpSpPr/>
        <p:nvPr/>
      </p:nvGrpSpPr>
      <p:grpSpPr>
        <a:xfrm>
          <a:off x="0" y="0"/>
          <a:ext cx="0" cy="0"/>
          <a:chOff x="0" y="0"/>
          <a:chExt cx="0" cy="0"/>
        </a:xfrm>
      </p:grpSpPr>
      <p:sp>
        <p:nvSpPr>
          <p:cNvPr id="11" name="甜甜圈 10"/>
          <p:cNvSpPr/>
          <p:nvPr userDrawn="1"/>
        </p:nvSpPr>
        <p:spPr>
          <a:xfrm>
            <a:off x="-2047875" y="-1676311"/>
            <a:ext cx="3409950" cy="3409950"/>
          </a:xfrm>
          <a:prstGeom prst="donut">
            <a:avLst>
              <a:gd name="adj" fmla="val 15772"/>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nvGrpSpPr>
          <p:cNvPr id="7" name="群組 6"/>
          <p:cNvGrpSpPr/>
          <p:nvPr userDrawn="1"/>
        </p:nvGrpSpPr>
        <p:grpSpPr>
          <a:xfrm>
            <a:off x="7692000" y="-4500000"/>
            <a:ext cx="9000000" cy="9000000"/>
            <a:chOff x="3988526" y="1321526"/>
            <a:chExt cx="4214949" cy="4214949"/>
          </a:xfrm>
        </p:grpSpPr>
        <p:sp>
          <p:nvSpPr>
            <p:cNvPr id="8" name="橢圓 7"/>
            <p:cNvSpPr/>
            <p:nvPr userDrawn="1"/>
          </p:nvSpPr>
          <p:spPr>
            <a:xfrm>
              <a:off x="3988526" y="1321526"/>
              <a:ext cx="4214949" cy="4214949"/>
            </a:xfrm>
            <a:prstGeom prst="ellipse">
              <a:avLst/>
            </a:prstGeom>
            <a:noFill/>
            <a:ln>
              <a:solidFill>
                <a:srgbClr val="E03E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userDrawn="1"/>
          </p:nvSpPr>
          <p:spPr>
            <a:xfrm>
              <a:off x="4180114" y="1513114"/>
              <a:ext cx="3831772" cy="3831772"/>
            </a:xfrm>
            <a:prstGeom prst="ellipse">
              <a:avLst/>
            </a:prstGeom>
            <a:solidFill>
              <a:srgbClr val="E03E0D"/>
            </a:solidFill>
            <a:ln>
              <a:noFill/>
            </a:ln>
            <a:effectLst>
              <a:outerShdw blurRad="457200" sx="102000" sy="102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0" name="文字方塊 9"/>
          <p:cNvSpPr txBox="1"/>
          <p:nvPr userDrawn="1"/>
        </p:nvSpPr>
        <p:spPr>
          <a:xfrm>
            <a:off x="407988" y="528548"/>
            <a:ext cx="3215752" cy="1200329"/>
          </a:xfrm>
          <a:prstGeom prst="rect">
            <a:avLst/>
          </a:prstGeom>
          <a:noFill/>
        </p:spPr>
        <p:txBody>
          <a:bodyPr wrap="none" rtlCol="0">
            <a:spAutoFit/>
          </a:bodyPr>
          <a:lstStyle/>
          <a:p>
            <a:r>
              <a:rPr lang="en-US" altLang="zh-TW" sz="7200" dirty="0" smtClean="0">
                <a:solidFill>
                  <a:schemeClr val="tx1">
                    <a:lumMod val="65000"/>
                    <a:lumOff val="35000"/>
                  </a:schemeClr>
                </a:solidFill>
              </a:rPr>
              <a:t>PART 01</a:t>
            </a:r>
            <a:endParaRPr lang="zh-TW" altLang="en-US" sz="7200" dirty="0">
              <a:solidFill>
                <a:schemeClr val="tx1">
                  <a:lumMod val="65000"/>
                  <a:lumOff val="35000"/>
                </a:schemeClr>
              </a:solidFill>
            </a:endParaRPr>
          </a:p>
        </p:txBody>
      </p:sp>
      <p:grpSp>
        <p:nvGrpSpPr>
          <p:cNvPr id="12" name="群組 11"/>
          <p:cNvGrpSpPr/>
          <p:nvPr userDrawn="1"/>
        </p:nvGrpSpPr>
        <p:grpSpPr>
          <a:xfrm>
            <a:off x="-2484136" y="4500000"/>
            <a:ext cx="9000000" cy="9000000"/>
            <a:chOff x="3988526" y="1321526"/>
            <a:chExt cx="4214949" cy="4214949"/>
          </a:xfrm>
        </p:grpSpPr>
        <p:sp>
          <p:nvSpPr>
            <p:cNvPr id="13" name="橢圓 12"/>
            <p:cNvSpPr/>
            <p:nvPr userDrawn="1"/>
          </p:nvSpPr>
          <p:spPr>
            <a:xfrm>
              <a:off x="3988526" y="1321526"/>
              <a:ext cx="4214949" cy="4214949"/>
            </a:xfrm>
            <a:prstGeom prst="ellipse">
              <a:avLst/>
            </a:prstGeom>
            <a:noFill/>
            <a:ln>
              <a:solidFill>
                <a:srgbClr val="E03E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userDrawn="1"/>
          </p:nvSpPr>
          <p:spPr>
            <a:xfrm>
              <a:off x="4180114" y="1513114"/>
              <a:ext cx="3831772" cy="3831772"/>
            </a:xfrm>
            <a:prstGeom prst="ellipse">
              <a:avLst/>
            </a:prstGeom>
            <a:solidFill>
              <a:srgbClr val="E03E0D"/>
            </a:solidFill>
            <a:ln>
              <a:noFill/>
            </a:ln>
            <a:effectLst>
              <a:outerShdw blurRad="457200" sx="102000" sy="102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7" name="矩形 16"/>
          <p:cNvSpPr/>
          <p:nvPr userDrawn="1"/>
        </p:nvSpPr>
        <p:spPr>
          <a:xfrm>
            <a:off x="421164" y="1671602"/>
            <a:ext cx="7818679" cy="6463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3600" b="1" dirty="0" smtClean="0">
                <a:solidFill>
                  <a:srgbClr val="FF0000"/>
                </a:solidFill>
              </a:rPr>
              <a:t>What is the main purpose of this video?</a:t>
            </a:r>
            <a:endParaRPr kumimoji="0" lang="en-US" altLang="zh-TW" sz="3600" b="1" i="0" u="none" strike="noStrike" kern="1200" cap="none" spc="0" normalizeH="0" baseline="0" noProof="0" dirty="0" smtClean="0">
              <a:ln>
                <a:noFill/>
              </a:ln>
              <a:solidFill>
                <a:srgbClr val="FF0000"/>
              </a:solidFill>
              <a:effectLst/>
              <a:uLnTx/>
              <a:uFillTx/>
              <a:latin typeface="+mn-lt"/>
              <a:ea typeface="+mn-ea"/>
              <a:cs typeface="+mn-cs"/>
            </a:endParaRPr>
          </a:p>
        </p:txBody>
      </p:sp>
    </p:spTree>
    <p:extLst>
      <p:ext uri="{BB962C8B-B14F-4D97-AF65-F5344CB8AC3E}">
        <p14:creationId xmlns:p14="http://schemas.microsoft.com/office/powerpoint/2010/main" val="2404912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300" fill="hold"/>
                                        <p:tgtEl>
                                          <p:spTgt spid="7"/>
                                        </p:tgtEl>
                                        <p:attrNameLst>
                                          <p:attrName>ppt_w</p:attrName>
                                        </p:attrNameLst>
                                      </p:cBhvr>
                                      <p:tavLst>
                                        <p:tav tm="0">
                                          <p:val>
                                            <p:fltVal val="0"/>
                                          </p:val>
                                        </p:tav>
                                        <p:tav tm="100000">
                                          <p:val>
                                            <p:strVal val="#ppt_w"/>
                                          </p:val>
                                        </p:tav>
                                      </p:tavLst>
                                    </p:anim>
                                    <p:anim calcmode="lin" valueType="num">
                                      <p:cBhvr>
                                        <p:cTn id="8" dur="300" fill="hold"/>
                                        <p:tgtEl>
                                          <p:spTgt spid="7"/>
                                        </p:tgtEl>
                                        <p:attrNameLst>
                                          <p:attrName>ppt_h</p:attrName>
                                        </p:attrNameLst>
                                      </p:cBhvr>
                                      <p:tavLst>
                                        <p:tav tm="0">
                                          <p:val>
                                            <p:fltVal val="0"/>
                                          </p:val>
                                        </p:tav>
                                        <p:tav tm="100000">
                                          <p:val>
                                            <p:strVal val="#ppt_h"/>
                                          </p:val>
                                        </p:tav>
                                      </p:tavLst>
                                    </p:anim>
                                    <p:animEffect transition="in" filter="fade">
                                      <p:cBhvr>
                                        <p:cTn id="9" dur="300"/>
                                        <p:tgtEl>
                                          <p:spTgt spid="7"/>
                                        </p:tgtEl>
                                      </p:cBhvr>
                                    </p:animEffect>
                                  </p:childTnLst>
                                </p:cTn>
                              </p:par>
                            </p:childTnLst>
                          </p:cTn>
                        </p:par>
                        <p:par>
                          <p:cTn id="10" fill="hold">
                            <p:stCondLst>
                              <p:cond delay="300"/>
                            </p:stCondLst>
                            <p:childTnLst>
                              <p:par>
                                <p:cTn id="11" presetID="53" presetClass="entr" presetSubtype="16"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p:cTn id="13" dur="300" fill="hold"/>
                                        <p:tgtEl>
                                          <p:spTgt spid="12"/>
                                        </p:tgtEl>
                                        <p:attrNameLst>
                                          <p:attrName>ppt_w</p:attrName>
                                        </p:attrNameLst>
                                      </p:cBhvr>
                                      <p:tavLst>
                                        <p:tav tm="0">
                                          <p:val>
                                            <p:fltVal val="0"/>
                                          </p:val>
                                        </p:tav>
                                        <p:tav tm="100000">
                                          <p:val>
                                            <p:strVal val="#ppt_w"/>
                                          </p:val>
                                        </p:tav>
                                      </p:tavLst>
                                    </p:anim>
                                    <p:anim calcmode="lin" valueType="num">
                                      <p:cBhvr>
                                        <p:cTn id="14" dur="300" fill="hold"/>
                                        <p:tgtEl>
                                          <p:spTgt spid="12"/>
                                        </p:tgtEl>
                                        <p:attrNameLst>
                                          <p:attrName>ppt_h</p:attrName>
                                        </p:attrNameLst>
                                      </p:cBhvr>
                                      <p:tavLst>
                                        <p:tav tm="0">
                                          <p:val>
                                            <p:fltVal val="0"/>
                                          </p:val>
                                        </p:tav>
                                        <p:tav tm="100000">
                                          <p:val>
                                            <p:strVal val="#ppt_h"/>
                                          </p:val>
                                        </p:tav>
                                      </p:tavLst>
                                    </p:anim>
                                    <p:animEffect transition="in" filter="fade">
                                      <p:cBhvr>
                                        <p:cTn id="15" dur="300"/>
                                        <p:tgtEl>
                                          <p:spTgt spid="12"/>
                                        </p:tgtEl>
                                      </p:cBhvr>
                                    </p:animEffect>
                                  </p:childTnLst>
                                </p:cTn>
                              </p:par>
                            </p:childTnLst>
                          </p:cTn>
                        </p:par>
                        <p:par>
                          <p:cTn id="16" fill="hold">
                            <p:stCondLst>
                              <p:cond delay="600"/>
                            </p:stCondLst>
                            <p:childTnLst>
                              <p:par>
                                <p:cTn id="17" presetID="21" presetClass="entr" presetSubtype="1"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heel(1)">
                                      <p:cBhvr>
                                        <p:cTn id="19" dur="400"/>
                                        <p:tgtEl>
                                          <p:spTgt spid="11"/>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3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 grpId="0"/>
      <p:bldP spid="17"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兩項物件">
    <p:spTree>
      <p:nvGrpSpPr>
        <p:cNvPr id="1" name=""/>
        <p:cNvGrpSpPr/>
        <p:nvPr/>
      </p:nvGrpSpPr>
      <p:grpSpPr>
        <a:xfrm>
          <a:off x="0" y="0"/>
          <a:ext cx="0" cy="0"/>
          <a:chOff x="0" y="0"/>
          <a:chExt cx="0" cy="0"/>
        </a:xfrm>
      </p:grpSpPr>
      <p:cxnSp>
        <p:nvCxnSpPr>
          <p:cNvPr id="17" name="直線接點 16"/>
          <p:cNvCxnSpPr/>
          <p:nvPr userDrawn="1"/>
        </p:nvCxnSpPr>
        <p:spPr>
          <a:xfrm>
            <a:off x="407988" y="6416674"/>
            <a:ext cx="1137602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8" name="群組 7"/>
          <p:cNvGrpSpPr/>
          <p:nvPr userDrawn="1"/>
        </p:nvGrpSpPr>
        <p:grpSpPr>
          <a:xfrm>
            <a:off x="3939150" y="-2164275"/>
            <a:ext cx="11186550" cy="11186550"/>
            <a:chOff x="3988526" y="1321526"/>
            <a:chExt cx="4214949" cy="4214949"/>
          </a:xfrm>
        </p:grpSpPr>
        <p:sp>
          <p:nvSpPr>
            <p:cNvPr id="9" name="橢圓 8"/>
            <p:cNvSpPr/>
            <p:nvPr userDrawn="1"/>
          </p:nvSpPr>
          <p:spPr>
            <a:xfrm>
              <a:off x="3988526" y="1321526"/>
              <a:ext cx="4214949" cy="4214949"/>
            </a:xfrm>
            <a:prstGeom prst="ellipse">
              <a:avLst/>
            </a:prstGeom>
            <a:solidFill>
              <a:srgbClr val="FDD5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userDrawn="1"/>
          </p:nvSpPr>
          <p:spPr>
            <a:xfrm>
              <a:off x="4180114" y="1513114"/>
              <a:ext cx="3831772" cy="3831772"/>
            </a:xfrm>
            <a:prstGeom prst="ellipse">
              <a:avLst/>
            </a:prstGeom>
            <a:solidFill>
              <a:srgbClr val="E03E0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5" name="文字方塊 14"/>
          <p:cNvSpPr txBox="1"/>
          <p:nvPr userDrawn="1"/>
        </p:nvSpPr>
        <p:spPr>
          <a:xfrm>
            <a:off x="11416605" y="6416674"/>
            <a:ext cx="367408" cy="276999"/>
          </a:xfrm>
          <a:prstGeom prst="rect">
            <a:avLst/>
          </a:prstGeom>
          <a:noFill/>
        </p:spPr>
        <p:txBody>
          <a:bodyPr wrap="none" rtlCol="0">
            <a:spAutoFit/>
          </a:bodyPr>
          <a:lstStyle/>
          <a:p>
            <a:fld id="{F8061B2C-6C14-4386-B8A0-FC3D00B49B88}" type="slidenum">
              <a:rPr lang="zh-TW" altLang="en-US" sz="1200" smtClean="0">
                <a:solidFill>
                  <a:srgbClr val="FFFFFF"/>
                </a:solidFill>
              </a:rPr>
              <a:t>‹#›</a:t>
            </a:fld>
            <a:endParaRPr lang="zh-TW" altLang="en-US" sz="1200" dirty="0">
              <a:solidFill>
                <a:srgbClr val="FFFFFF"/>
              </a:solidFill>
            </a:endParaRPr>
          </a:p>
        </p:txBody>
      </p:sp>
      <p:sp>
        <p:nvSpPr>
          <p:cNvPr id="18" name="圓角矩形 17"/>
          <p:cNvSpPr/>
          <p:nvPr userDrawn="1"/>
        </p:nvSpPr>
        <p:spPr>
          <a:xfrm>
            <a:off x="407986" y="1376363"/>
            <a:ext cx="11376025" cy="4897437"/>
          </a:xfrm>
          <a:prstGeom prst="roundRect">
            <a:avLst>
              <a:gd name="adj" fmla="val 3550"/>
            </a:avLst>
          </a:prstGeom>
          <a:solidFill>
            <a:srgbClr val="FFFFFF"/>
          </a:solidFill>
          <a:ln>
            <a:noFill/>
          </a:ln>
          <a:effectLst>
            <a:outerShdw blurRad="304800" sx="102000" sy="102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甜甜圈 18"/>
          <p:cNvSpPr/>
          <p:nvPr userDrawn="1"/>
        </p:nvSpPr>
        <p:spPr>
          <a:xfrm>
            <a:off x="-1623873" y="-1252309"/>
            <a:ext cx="2561946" cy="2561946"/>
          </a:xfrm>
          <a:prstGeom prst="donut">
            <a:avLst>
              <a:gd name="adj" fmla="val 15772"/>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nvGrpSpPr>
          <p:cNvPr id="23" name="群組 22"/>
          <p:cNvGrpSpPr/>
          <p:nvPr userDrawn="1"/>
        </p:nvGrpSpPr>
        <p:grpSpPr>
          <a:xfrm>
            <a:off x="408143" y="0"/>
            <a:ext cx="3253593" cy="1200329"/>
            <a:chOff x="408143" y="0"/>
            <a:chExt cx="3253593" cy="1200329"/>
          </a:xfrm>
        </p:grpSpPr>
        <p:sp>
          <p:nvSpPr>
            <p:cNvPr id="20" name="文字方塊 19"/>
            <p:cNvSpPr txBox="1"/>
            <p:nvPr userDrawn="1"/>
          </p:nvSpPr>
          <p:spPr>
            <a:xfrm>
              <a:off x="408143" y="0"/>
              <a:ext cx="1120820" cy="1200329"/>
            </a:xfrm>
            <a:prstGeom prst="rect">
              <a:avLst/>
            </a:prstGeom>
            <a:noFill/>
          </p:spPr>
          <p:txBody>
            <a:bodyPr wrap="none" rtlCol="0">
              <a:spAutoFit/>
            </a:bodyPr>
            <a:lstStyle/>
            <a:p>
              <a:r>
                <a:rPr lang="en-US" altLang="zh-TW" sz="7200" b="1" dirty="0" smtClean="0">
                  <a:solidFill>
                    <a:srgbClr val="E03E0D"/>
                  </a:solidFill>
                </a:rPr>
                <a:t>01</a:t>
              </a:r>
              <a:endParaRPr lang="zh-TW" altLang="en-US" sz="7200" b="1" dirty="0">
                <a:solidFill>
                  <a:srgbClr val="E03E0D"/>
                </a:solidFill>
              </a:endParaRPr>
            </a:p>
          </p:txBody>
        </p:sp>
        <p:sp>
          <p:nvSpPr>
            <p:cNvPr id="22" name="文字方塊 21"/>
            <p:cNvSpPr txBox="1"/>
            <p:nvPr userDrawn="1"/>
          </p:nvSpPr>
          <p:spPr>
            <a:xfrm>
              <a:off x="1390345" y="347936"/>
              <a:ext cx="2271391"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3600" b="1" i="0" u="none" strike="noStrike" kern="1200" cap="none" spc="0" normalizeH="0" baseline="0" noProof="0" dirty="0" smtClean="0">
                  <a:ln>
                    <a:noFill/>
                  </a:ln>
                  <a:solidFill>
                    <a:srgbClr val="E03E0D"/>
                  </a:solidFill>
                  <a:effectLst/>
                  <a:uLnTx/>
                  <a:uFillTx/>
                  <a:latin typeface="+mn-lt"/>
                  <a:ea typeface="+mn-ea"/>
                  <a:cs typeface="+mn-cs"/>
                </a:rPr>
                <a:t>Question 1</a:t>
              </a:r>
            </a:p>
          </p:txBody>
        </p:sp>
      </p:grpSp>
      <p:sp>
        <p:nvSpPr>
          <p:cNvPr id="24" name="文字方塊 23"/>
          <p:cNvSpPr txBox="1"/>
          <p:nvPr userDrawn="1"/>
        </p:nvSpPr>
        <p:spPr>
          <a:xfrm>
            <a:off x="1434736" y="203429"/>
            <a:ext cx="813043" cy="276999"/>
          </a:xfrm>
          <a:prstGeom prst="rect">
            <a:avLst/>
          </a:prstGeom>
          <a:noFill/>
        </p:spPr>
        <p:txBody>
          <a:bodyPr wrap="none" rtlCol="0">
            <a:spAutoFit/>
          </a:bodyPr>
          <a:lstStyle/>
          <a:p>
            <a:r>
              <a:rPr lang="en-US" altLang="zh-TW" sz="1200" dirty="0" smtClean="0">
                <a:solidFill>
                  <a:schemeClr val="tx1">
                    <a:lumMod val="50000"/>
                    <a:lumOff val="50000"/>
                  </a:schemeClr>
                </a:solidFill>
              </a:rPr>
              <a:t>PART ONE</a:t>
            </a:r>
            <a:endParaRPr lang="zh-TW" altLang="en-US" sz="1200" dirty="0">
              <a:solidFill>
                <a:schemeClr val="tx1">
                  <a:lumMod val="50000"/>
                  <a:lumOff val="50000"/>
                </a:schemeClr>
              </a:solidFill>
            </a:endParaRPr>
          </a:p>
        </p:txBody>
      </p:sp>
    </p:spTree>
    <p:extLst>
      <p:ext uri="{BB962C8B-B14F-4D97-AF65-F5344CB8AC3E}">
        <p14:creationId xmlns:p14="http://schemas.microsoft.com/office/powerpoint/2010/main" val="3983130598"/>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章節標題">
    <p:spTree>
      <p:nvGrpSpPr>
        <p:cNvPr id="1" name=""/>
        <p:cNvGrpSpPr/>
        <p:nvPr/>
      </p:nvGrpSpPr>
      <p:grpSpPr>
        <a:xfrm>
          <a:off x="0" y="0"/>
          <a:ext cx="0" cy="0"/>
          <a:chOff x="0" y="0"/>
          <a:chExt cx="0" cy="0"/>
        </a:xfrm>
      </p:grpSpPr>
      <p:sp>
        <p:nvSpPr>
          <p:cNvPr id="11" name="甜甜圈 10"/>
          <p:cNvSpPr/>
          <p:nvPr userDrawn="1"/>
        </p:nvSpPr>
        <p:spPr>
          <a:xfrm>
            <a:off x="-2047875" y="-1676311"/>
            <a:ext cx="3409950" cy="3409950"/>
          </a:xfrm>
          <a:prstGeom prst="donut">
            <a:avLst>
              <a:gd name="adj" fmla="val 15772"/>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nvGrpSpPr>
          <p:cNvPr id="7" name="群組 6"/>
          <p:cNvGrpSpPr/>
          <p:nvPr userDrawn="1"/>
        </p:nvGrpSpPr>
        <p:grpSpPr>
          <a:xfrm>
            <a:off x="7692000" y="-4500000"/>
            <a:ext cx="9000000" cy="9000000"/>
            <a:chOff x="3988526" y="1321526"/>
            <a:chExt cx="4214949" cy="4214949"/>
          </a:xfrm>
        </p:grpSpPr>
        <p:sp>
          <p:nvSpPr>
            <p:cNvPr id="8" name="橢圓 7"/>
            <p:cNvSpPr/>
            <p:nvPr userDrawn="1"/>
          </p:nvSpPr>
          <p:spPr>
            <a:xfrm>
              <a:off x="3988526" y="1321526"/>
              <a:ext cx="4214949" cy="4214949"/>
            </a:xfrm>
            <a:prstGeom prst="ellipse">
              <a:avLst/>
            </a:prstGeom>
            <a:noFill/>
            <a:ln>
              <a:solidFill>
                <a:srgbClr val="F8B70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userDrawn="1"/>
          </p:nvSpPr>
          <p:spPr>
            <a:xfrm>
              <a:off x="4180114" y="1513114"/>
              <a:ext cx="3831772" cy="3831772"/>
            </a:xfrm>
            <a:prstGeom prst="ellipse">
              <a:avLst/>
            </a:prstGeom>
            <a:solidFill>
              <a:srgbClr val="F8B70C"/>
            </a:solidFill>
            <a:ln>
              <a:noFill/>
            </a:ln>
            <a:effectLst>
              <a:outerShdw blurRad="457200" sx="102000" sy="102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0" name="文字方塊 9"/>
          <p:cNvSpPr txBox="1"/>
          <p:nvPr userDrawn="1"/>
        </p:nvSpPr>
        <p:spPr>
          <a:xfrm>
            <a:off x="407988" y="528548"/>
            <a:ext cx="3215752" cy="1200329"/>
          </a:xfrm>
          <a:prstGeom prst="rect">
            <a:avLst/>
          </a:prstGeom>
          <a:noFill/>
        </p:spPr>
        <p:txBody>
          <a:bodyPr wrap="none" rtlCol="0">
            <a:spAutoFit/>
          </a:bodyPr>
          <a:lstStyle/>
          <a:p>
            <a:r>
              <a:rPr lang="en-US" altLang="zh-TW" sz="7200" dirty="0" smtClean="0">
                <a:solidFill>
                  <a:schemeClr val="tx1">
                    <a:lumMod val="65000"/>
                    <a:lumOff val="35000"/>
                  </a:schemeClr>
                </a:solidFill>
              </a:rPr>
              <a:t>PART 02</a:t>
            </a:r>
            <a:endParaRPr lang="zh-TW" altLang="en-US" sz="7200" dirty="0">
              <a:solidFill>
                <a:schemeClr val="tx1">
                  <a:lumMod val="65000"/>
                  <a:lumOff val="35000"/>
                </a:schemeClr>
              </a:solidFill>
            </a:endParaRPr>
          </a:p>
        </p:txBody>
      </p:sp>
      <p:grpSp>
        <p:nvGrpSpPr>
          <p:cNvPr id="12" name="群組 11"/>
          <p:cNvGrpSpPr/>
          <p:nvPr userDrawn="1"/>
        </p:nvGrpSpPr>
        <p:grpSpPr>
          <a:xfrm>
            <a:off x="-2484136" y="4500000"/>
            <a:ext cx="9000000" cy="9000000"/>
            <a:chOff x="3988526" y="1321526"/>
            <a:chExt cx="4214949" cy="4214949"/>
          </a:xfrm>
        </p:grpSpPr>
        <p:sp>
          <p:nvSpPr>
            <p:cNvPr id="13" name="橢圓 12"/>
            <p:cNvSpPr/>
            <p:nvPr userDrawn="1"/>
          </p:nvSpPr>
          <p:spPr>
            <a:xfrm>
              <a:off x="3988526" y="1321526"/>
              <a:ext cx="4214949" cy="4214949"/>
            </a:xfrm>
            <a:prstGeom prst="ellipse">
              <a:avLst/>
            </a:prstGeom>
            <a:noFill/>
            <a:ln>
              <a:solidFill>
                <a:srgbClr val="F8B70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userDrawn="1"/>
          </p:nvSpPr>
          <p:spPr>
            <a:xfrm>
              <a:off x="4180114" y="1513114"/>
              <a:ext cx="3831772" cy="3831772"/>
            </a:xfrm>
            <a:prstGeom prst="ellipse">
              <a:avLst/>
            </a:prstGeom>
            <a:solidFill>
              <a:srgbClr val="F8B70C"/>
            </a:solidFill>
            <a:ln>
              <a:noFill/>
            </a:ln>
            <a:effectLst>
              <a:outerShdw blurRad="457200" sx="102000" sy="102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7" name="矩形 16"/>
          <p:cNvSpPr/>
          <p:nvPr userDrawn="1"/>
        </p:nvSpPr>
        <p:spPr>
          <a:xfrm>
            <a:off x="421164" y="1671602"/>
            <a:ext cx="7649402" cy="1323439"/>
          </a:xfrm>
          <a:prstGeom prst="rect">
            <a:avLst/>
          </a:prstGeom>
        </p:spPr>
        <p:txBody>
          <a:bodyPr wrap="none">
            <a:spAutoFit/>
          </a:bodyPr>
          <a:lstStyle/>
          <a:p>
            <a:r>
              <a:rPr lang="en-US" altLang="zh-TW" sz="4000" b="1" dirty="0" smtClean="0">
                <a:solidFill>
                  <a:srgbClr val="FFC000"/>
                </a:solidFill>
              </a:rPr>
              <a:t>What technical terms or </a:t>
            </a:r>
          </a:p>
          <a:p>
            <a:r>
              <a:rPr lang="en-US" altLang="zh-TW" sz="4000" b="1" dirty="0" smtClean="0">
                <a:solidFill>
                  <a:srgbClr val="FFC000"/>
                </a:solidFill>
              </a:rPr>
              <a:t>compound nouns can you identify?</a:t>
            </a:r>
            <a:endParaRPr lang="en-US" altLang="zh-TW" sz="4400" b="1" dirty="0" smtClean="0">
              <a:solidFill>
                <a:srgbClr val="FFC000"/>
              </a:solidFill>
            </a:endParaRPr>
          </a:p>
        </p:txBody>
      </p:sp>
    </p:spTree>
    <p:extLst>
      <p:ext uri="{BB962C8B-B14F-4D97-AF65-F5344CB8AC3E}">
        <p14:creationId xmlns:p14="http://schemas.microsoft.com/office/powerpoint/2010/main" val="423674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300" fill="hold"/>
                                        <p:tgtEl>
                                          <p:spTgt spid="7"/>
                                        </p:tgtEl>
                                        <p:attrNameLst>
                                          <p:attrName>ppt_w</p:attrName>
                                        </p:attrNameLst>
                                      </p:cBhvr>
                                      <p:tavLst>
                                        <p:tav tm="0">
                                          <p:val>
                                            <p:fltVal val="0"/>
                                          </p:val>
                                        </p:tav>
                                        <p:tav tm="100000">
                                          <p:val>
                                            <p:strVal val="#ppt_w"/>
                                          </p:val>
                                        </p:tav>
                                      </p:tavLst>
                                    </p:anim>
                                    <p:anim calcmode="lin" valueType="num">
                                      <p:cBhvr>
                                        <p:cTn id="8" dur="300" fill="hold"/>
                                        <p:tgtEl>
                                          <p:spTgt spid="7"/>
                                        </p:tgtEl>
                                        <p:attrNameLst>
                                          <p:attrName>ppt_h</p:attrName>
                                        </p:attrNameLst>
                                      </p:cBhvr>
                                      <p:tavLst>
                                        <p:tav tm="0">
                                          <p:val>
                                            <p:fltVal val="0"/>
                                          </p:val>
                                        </p:tav>
                                        <p:tav tm="100000">
                                          <p:val>
                                            <p:strVal val="#ppt_h"/>
                                          </p:val>
                                        </p:tav>
                                      </p:tavLst>
                                    </p:anim>
                                    <p:animEffect transition="in" filter="fade">
                                      <p:cBhvr>
                                        <p:cTn id="9" dur="300"/>
                                        <p:tgtEl>
                                          <p:spTgt spid="7"/>
                                        </p:tgtEl>
                                      </p:cBhvr>
                                    </p:animEffect>
                                  </p:childTnLst>
                                </p:cTn>
                              </p:par>
                            </p:childTnLst>
                          </p:cTn>
                        </p:par>
                        <p:par>
                          <p:cTn id="10" fill="hold">
                            <p:stCondLst>
                              <p:cond delay="300"/>
                            </p:stCondLst>
                            <p:childTnLst>
                              <p:par>
                                <p:cTn id="11" presetID="53" presetClass="entr" presetSubtype="16"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p:cTn id="13" dur="300" fill="hold"/>
                                        <p:tgtEl>
                                          <p:spTgt spid="12"/>
                                        </p:tgtEl>
                                        <p:attrNameLst>
                                          <p:attrName>ppt_w</p:attrName>
                                        </p:attrNameLst>
                                      </p:cBhvr>
                                      <p:tavLst>
                                        <p:tav tm="0">
                                          <p:val>
                                            <p:fltVal val="0"/>
                                          </p:val>
                                        </p:tav>
                                        <p:tav tm="100000">
                                          <p:val>
                                            <p:strVal val="#ppt_w"/>
                                          </p:val>
                                        </p:tav>
                                      </p:tavLst>
                                    </p:anim>
                                    <p:anim calcmode="lin" valueType="num">
                                      <p:cBhvr>
                                        <p:cTn id="14" dur="300" fill="hold"/>
                                        <p:tgtEl>
                                          <p:spTgt spid="12"/>
                                        </p:tgtEl>
                                        <p:attrNameLst>
                                          <p:attrName>ppt_h</p:attrName>
                                        </p:attrNameLst>
                                      </p:cBhvr>
                                      <p:tavLst>
                                        <p:tav tm="0">
                                          <p:val>
                                            <p:fltVal val="0"/>
                                          </p:val>
                                        </p:tav>
                                        <p:tav tm="100000">
                                          <p:val>
                                            <p:strVal val="#ppt_h"/>
                                          </p:val>
                                        </p:tav>
                                      </p:tavLst>
                                    </p:anim>
                                    <p:animEffect transition="in" filter="fade">
                                      <p:cBhvr>
                                        <p:cTn id="15" dur="300"/>
                                        <p:tgtEl>
                                          <p:spTgt spid="12"/>
                                        </p:tgtEl>
                                      </p:cBhvr>
                                    </p:animEffect>
                                  </p:childTnLst>
                                </p:cTn>
                              </p:par>
                            </p:childTnLst>
                          </p:cTn>
                        </p:par>
                        <p:par>
                          <p:cTn id="16" fill="hold">
                            <p:stCondLst>
                              <p:cond delay="600"/>
                            </p:stCondLst>
                            <p:childTnLst>
                              <p:par>
                                <p:cTn id="17" presetID="21" presetClass="entr" presetSubtype="1"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heel(1)">
                                      <p:cBhvr>
                                        <p:cTn id="19" dur="400"/>
                                        <p:tgtEl>
                                          <p:spTgt spid="11"/>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3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 grpId="0"/>
      <p:bldP spid="17"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兩項物件">
    <p:spTree>
      <p:nvGrpSpPr>
        <p:cNvPr id="1" name=""/>
        <p:cNvGrpSpPr/>
        <p:nvPr/>
      </p:nvGrpSpPr>
      <p:grpSpPr>
        <a:xfrm>
          <a:off x="0" y="0"/>
          <a:ext cx="0" cy="0"/>
          <a:chOff x="0" y="0"/>
          <a:chExt cx="0" cy="0"/>
        </a:xfrm>
      </p:grpSpPr>
      <p:cxnSp>
        <p:nvCxnSpPr>
          <p:cNvPr id="17" name="直線接點 16"/>
          <p:cNvCxnSpPr/>
          <p:nvPr userDrawn="1"/>
        </p:nvCxnSpPr>
        <p:spPr>
          <a:xfrm>
            <a:off x="407988" y="6416674"/>
            <a:ext cx="11376025" cy="0"/>
          </a:xfrm>
          <a:prstGeom prst="line">
            <a:avLst/>
          </a:prstGeom>
          <a:ln>
            <a:solidFill>
              <a:srgbClr val="F8B70C"/>
            </a:solidFill>
          </a:ln>
        </p:spPr>
        <p:style>
          <a:lnRef idx="1">
            <a:schemeClr val="accent1"/>
          </a:lnRef>
          <a:fillRef idx="0">
            <a:schemeClr val="accent1"/>
          </a:fillRef>
          <a:effectRef idx="0">
            <a:schemeClr val="accent1"/>
          </a:effectRef>
          <a:fontRef idx="minor">
            <a:schemeClr val="tx1"/>
          </a:fontRef>
        </p:style>
      </p:cxnSp>
      <p:grpSp>
        <p:nvGrpSpPr>
          <p:cNvPr id="8" name="群組 7"/>
          <p:cNvGrpSpPr/>
          <p:nvPr userDrawn="1"/>
        </p:nvGrpSpPr>
        <p:grpSpPr>
          <a:xfrm>
            <a:off x="3939150" y="-2164275"/>
            <a:ext cx="11186550" cy="11186550"/>
            <a:chOff x="3988526" y="1321526"/>
            <a:chExt cx="4214949" cy="4214949"/>
          </a:xfrm>
        </p:grpSpPr>
        <p:sp>
          <p:nvSpPr>
            <p:cNvPr id="9" name="橢圓 8"/>
            <p:cNvSpPr/>
            <p:nvPr userDrawn="1"/>
          </p:nvSpPr>
          <p:spPr>
            <a:xfrm>
              <a:off x="3988526" y="1321526"/>
              <a:ext cx="4214949" cy="4214949"/>
            </a:xfrm>
            <a:prstGeom prst="ellipse">
              <a:avLst/>
            </a:prstGeom>
            <a:solidFill>
              <a:srgbClr val="FDF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userDrawn="1"/>
          </p:nvSpPr>
          <p:spPr>
            <a:xfrm>
              <a:off x="4180114" y="1513114"/>
              <a:ext cx="3831772" cy="3831772"/>
            </a:xfrm>
            <a:prstGeom prst="ellipse">
              <a:avLst/>
            </a:prstGeom>
            <a:solidFill>
              <a:srgbClr val="F8B70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8B70C"/>
                </a:solidFill>
              </a:endParaRPr>
            </a:p>
          </p:txBody>
        </p:sp>
      </p:grpSp>
      <p:sp>
        <p:nvSpPr>
          <p:cNvPr id="15" name="文字方塊 14"/>
          <p:cNvSpPr txBox="1"/>
          <p:nvPr userDrawn="1"/>
        </p:nvSpPr>
        <p:spPr>
          <a:xfrm>
            <a:off x="11416605" y="6416674"/>
            <a:ext cx="367408" cy="276999"/>
          </a:xfrm>
          <a:prstGeom prst="rect">
            <a:avLst/>
          </a:prstGeom>
          <a:noFill/>
        </p:spPr>
        <p:txBody>
          <a:bodyPr wrap="none" rtlCol="0">
            <a:spAutoFit/>
          </a:bodyPr>
          <a:lstStyle/>
          <a:p>
            <a:fld id="{F8061B2C-6C14-4386-B8A0-FC3D00B49B88}" type="slidenum">
              <a:rPr lang="zh-TW" altLang="en-US" sz="1200" smtClean="0">
                <a:solidFill>
                  <a:srgbClr val="FFFFFF"/>
                </a:solidFill>
              </a:rPr>
              <a:t>‹#›</a:t>
            </a:fld>
            <a:endParaRPr lang="zh-TW" altLang="en-US" sz="1200" dirty="0">
              <a:solidFill>
                <a:srgbClr val="FFFFFF"/>
              </a:solidFill>
            </a:endParaRPr>
          </a:p>
        </p:txBody>
      </p:sp>
      <p:sp>
        <p:nvSpPr>
          <p:cNvPr id="18" name="圓角矩形 17"/>
          <p:cNvSpPr/>
          <p:nvPr userDrawn="1"/>
        </p:nvSpPr>
        <p:spPr>
          <a:xfrm>
            <a:off x="407987" y="1376363"/>
            <a:ext cx="11376025" cy="4897437"/>
          </a:xfrm>
          <a:prstGeom prst="roundRect">
            <a:avLst>
              <a:gd name="adj" fmla="val 3550"/>
            </a:avLst>
          </a:prstGeom>
          <a:solidFill>
            <a:srgbClr val="FFFFFF"/>
          </a:solidFill>
          <a:ln>
            <a:noFill/>
          </a:ln>
          <a:effectLst>
            <a:outerShdw blurRad="304800" sx="102000" sy="102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甜甜圈 18"/>
          <p:cNvSpPr/>
          <p:nvPr userDrawn="1"/>
        </p:nvSpPr>
        <p:spPr>
          <a:xfrm>
            <a:off x="-1623873" y="-1252309"/>
            <a:ext cx="2561946" cy="2561946"/>
          </a:xfrm>
          <a:prstGeom prst="donut">
            <a:avLst>
              <a:gd name="adj" fmla="val 15772"/>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nvGrpSpPr>
          <p:cNvPr id="23" name="群組 22"/>
          <p:cNvGrpSpPr/>
          <p:nvPr userDrawn="1"/>
        </p:nvGrpSpPr>
        <p:grpSpPr>
          <a:xfrm>
            <a:off x="408143" y="0"/>
            <a:ext cx="3483849" cy="1200329"/>
            <a:chOff x="408143" y="0"/>
            <a:chExt cx="3483849" cy="1200329"/>
          </a:xfrm>
        </p:grpSpPr>
        <p:sp>
          <p:nvSpPr>
            <p:cNvPr id="20" name="文字方塊 19"/>
            <p:cNvSpPr txBox="1"/>
            <p:nvPr userDrawn="1"/>
          </p:nvSpPr>
          <p:spPr>
            <a:xfrm>
              <a:off x="408143" y="0"/>
              <a:ext cx="1120820" cy="1200329"/>
            </a:xfrm>
            <a:prstGeom prst="rect">
              <a:avLst/>
            </a:prstGeom>
            <a:noFill/>
          </p:spPr>
          <p:txBody>
            <a:bodyPr wrap="none" rtlCol="0">
              <a:spAutoFit/>
            </a:bodyPr>
            <a:lstStyle/>
            <a:p>
              <a:r>
                <a:rPr lang="en-US" altLang="zh-TW" sz="7200" b="1" dirty="0" smtClean="0">
                  <a:solidFill>
                    <a:srgbClr val="F8B70C"/>
                  </a:solidFill>
                </a:rPr>
                <a:t>02</a:t>
              </a:r>
              <a:endParaRPr lang="zh-TW" altLang="en-US" sz="7200" b="1" dirty="0">
                <a:solidFill>
                  <a:srgbClr val="F8B70C"/>
                </a:solidFill>
              </a:endParaRPr>
            </a:p>
          </p:txBody>
        </p:sp>
        <p:sp>
          <p:nvSpPr>
            <p:cNvPr id="22" name="文字方塊 21"/>
            <p:cNvSpPr txBox="1"/>
            <p:nvPr userDrawn="1"/>
          </p:nvSpPr>
          <p:spPr>
            <a:xfrm>
              <a:off x="1390345" y="347936"/>
              <a:ext cx="2501647" cy="707886"/>
            </a:xfrm>
            <a:prstGeom prst="rect">
              <a:avLst/>
            </a:prstGeom>
            <a:noFill/>
          </p:spPr>
          <p:txBody>
            <a:bodyPr wrap="none" rtlCol="0">
              <a:spAutoFit/>
            </a:bodyPr>
            <a:lstStyle/>
            <a:p>
              <a:r>
                <a:rPr lang="en-US" altLang="zh-TW" sz="4000" b="1" dirty="0" smtClean="0">
                  <a:solidFill>
                    <a:srgbClr val="F8B70C"/>
                  </a:solidFill>
                </a:rPr>
                <a:t>Question 2</a:t>
              </a:r>
            </a:p>
          </p:txBody>
        </p:sp>
      </p:grpSp>
      <p:sp>
        <p:nvSpPr>
          <p:cNvPr id="24" name="文字方塊 23"/>
          <p:cNvSpPr txBox="1"/>
          <p:nvPr userDrawn="1"/>
        </p:nvSpPr>
        <p:spPr>
          <a:xfrm>
            <a:off x="1434736" y="203429"/>
            <a:ext cx="848246" cy="276999"/>
          </a:xfrm>
          <a:prstGeom prst="rect">
            <a:avLst/>
          </a:prstGeom>
          <a:noFill/>
        </p:spPr>
        <p:txBody>
          <a:bodyPr wrap="none" rtlCol="0">
            <a:spAutoFit/>
          </a:bodyPr>
          <a:lstStyle/>
          <a:p>
            <a:r>
              <a:rPr lang="en-US" altLang="zh-TW" sz="1200" dirty="0" smtClean="0">
                <a:solidFill>
                  <a:schemeClr val="tx1">
                    <a:lumMod val="50000"/>
                    <a:lumOff val="50000"/>
                  </a:schemeClr>
                </a:solidFill>
              </a:rPr>
              <a:t>PART TWO</a:t>
            </a:r>
            <a:endParaRPr lang="zh-TW" altLang="en-US" sz="1200" dirty="0">
              <a:solidFill>
                <a:schemeClr val="tx1">
                  <a:lumMod val="50000"/>
                  <a:lumOff val="50000"/>
                </a:schemeClr>
              </a:solidFill>
            </a:endParaRPr>
          </a:p>
        </p:txBody>
      </p:sp>
    </p:spTree>
    <p:extLst>
      <p:ext uri="{BB962C8B-B14F-4D97-AF65-F5344CB8AC3E}">
        <p14:creationId xmlns:p14="http://schemas.microsoft.com/office/powerpoint/2010/main" val="406549309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章節標題">
    <p:spTree>
      <p:nvGrpSpPr>
        <p:cNvPr id="1" name=""/>
        <p:cNvGrpSpPr/>
        <p:nvPr/>
      </p:nvGrpSpPr>
      <p:grpSpPr>
        <a:xfrm>
          <a:off x="0" y="0"/>
          <a:ext cx="0" cy="0"/>
          <a:chOff x="0" y="0"/>
          <a:chExt cx="0" cy="0"/>
        </a:xfrm>
      </p:grpSpPr>
      <p:sp>
        <p:nvSpPr>
          <p:cNvPr id="11" name="甜甜圈 10"/>
          <p:cNvSpPr/>
          <p:nvPr userDrawn="1"/>
        </p:nvSpPr>
        <p:spPr>
          <a:xfrm>
            <a:off x="-2047875" y="-1676311"/>
            <a:ext cx="3409950" cy="3409950"/>
          </a:xfrm>
          <a:prstGeom prst="donut">
            <a:avLst>
              <a:gd name="adj" fmla="val 15772"/>
            </a:avLst>
          </a:prstGeom>
          <a:solidFill>
            <a:schemeClr val="accent4">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nvGrpSpPr>
          <p:cNvPr id="7" name="群組 6"/>
          <p:cNvGrpSpPr/>
          <p:nvPr userDrawn="1"/>
        </p:nvGrpSpPr>
        <p:grpSpPr>
          <a:xfrm>
            <a:off x="7692000" y="-4500000"/>
            <a:ext cx="9000000" cy="9000000"/>
            <a:chOff x="3988526" y="1321526"/>
            <a:chExt cx="4214949" cy="4214949"/>
          </a:xfrm>
        </p:grpSpPr>
        <p:sp>
          <p:nvSpPr>
            <p:cNvPr id="8" name="橢圓 7"/>
            <p:cNvSpPr/>
            <p:nvPr userDrawn="1"/>
          </p:nvSpPr>
          <p:spPr>
            <a:xfrm>
              <a:off x="3988526" y="1321526"/>
              <a:ext cx="4214949" cy="4214949"/>
            </a:xfrm>
            <a:prstGeom prst="ellipse">
              <a:avLst/>
            </a:prstGeom>
            <a:noFill/>
            <a:ln>
              <a:solidFill>
                <a:srgbClr val="1C9F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userDrawn="1"/>
          </p:nvSpPr>
          <p:spPr>
            <a:xfrm>
              <a:off x="4180114" y="1513114"/>
              <a:ext cx="3831772" cy="3831772"/>
            </a:xfrm>
            <a:prstGeom prst="ellipse">
              <a:avLst/>
            </a:prstGeom>
            <a:solidFill>
              <a:srgbClr val="1C9FCB"/>
            </a:solidFill>
            <a:ln>
              <a:noFill/>
            </a:ln>
            <a:effectLst>
              <a:outerShdw blurRad="457200" sx="102000" sy="102000" algn="ctr"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0" name="文字方塊 9"/>
          <p:cNvSpPr txBox="1"/>
          <p:nvPr userDrawn="1"/>
        </p:nvSpPr>
        <p:spPr>
          <a:xfrm>
            <a:off x="407988" y="528548"/>
            <a:ext cx="3215752" cy="1200329"/>
          </a:xfrm>
          <a:prstGeom prst="rect">
            <a:avLst/>
          </a:prstGeom>
          <a:noFill/>
        </p:spPr>
        <p:txBody>
          <a:bodyPr wrap="none" rtlCol="0">
            <a:spAutoFit/>
          </a:bodyPr>
          <a:lstStyle/>
          <a:p>
            <a:r>
              <a:rPr lang="en-US" altLang="zh-TW" sz="7200" dirty="0" smtClean="0">
                <a:solidFill>
                  <a:schemeClr val="tx1">
                    <a:lumMod val="65000"/>
                    <a:lumOff val="35000"/>
                  </a:schemeClr>
                </a:solidFill>
              </a:rPr>
              <a:t>PART 03</a:t>
            </a:r>
            <a:endParaRPr lang="zh-TW" altLang="en-US" sz="7200" dirty="0">
              <a:solidFill>
                <a:schemeClr val="tx1">
                  <a:lumMod val="65000"/>
                  <a:lumOff val="35000"/>
                </a:schemeClr>
              </a:solidFill>
            </a:endParaRPr>
          </a:p>
        </p:txBody>
      </p:sp>
      <p:grpSp>
        <p:nvGrpSpPr>
          <p:cNvPr id="12" name="群組 11"/>
          <p:cNvGrpSpPr/>
          <p:nvPr userDrawn="1"/>
        </p:nvGrpSpPr>
        <p:grpSpPr>
          <a:xfrm>
            <a:off x="-2484136" y="4500000"/>
            <a:ext cx="9000000" cy="9000000"/>
            <a:chOff x="3988526" y="1321526"/>
            <a:chExt cx="4214949" cy="4214949"/>
          </a:xfrm>
        </p:grpSpPr>
        <p:sp>
          <p:nvSpPr>
            <p:cNvPr id="13" name="橢圓 12"/>
            <p:cNvSpPr/>
            <p:nvPr userDrawn="1"/>
          </p:nvSpPr>
          <p:spPr>
            <a:xfrm>
              <a:off x="3988526" y="1321526"/>
              <a:ext cx="4214949" cy="4214949"/>
            </a:xfrm>
            <a:prstGeom prst="ellipse">
              <a:avLst/>
            </a:prstGeom>
            <a:noFill/>
            <a:ln>
              <a:solidFill>
                <a:srgbClr val="1C9F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userDrawn="1"/>
          </p:nvSpPr>
          <p:spPr>
            <a:xfrm>
              <a:off x="4180114" y="1513114"/>
              <a:ext cx="3831772" cy="3831772"/>
            </a:xfrm>
            <a:prstGeom prst="ellipse">
              <a:avLst/>
            </a:prstGeom>
            <a:solidFill>
              <a:srgbClr val="1C9FCB"/>
            </a:solidFill>
            <a:ln>
              <a:noFill/>
            </a:ln>
            <a:effectLst>
              <a:outerShdw blurRad="457200" sx="102000" sy="102000" algn="ctr"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7" name="矩形 16"/>
          <p:cNvSpPr/>
          <p:nvPr userDrawn="1"/>
        </p:nvSpPr>
        <p:spPr>
          <a:xfrm>
            <a:off x="421164" y="1671602"/>
            <a:ext cx="6783845" cy="1200329"/>
          </a:xfrm>
          <a:prstGeom prst="rect">
            <a:avLst/>
          </a:prstGeom>
        </p:spPr>
        <p:txBody>
          <a:bodyPr wrap="none">
            <a:spAutoFit/>
          </a:bodyPr>
          <a:lstStyle/>
          <a:p>
            <a:r>
              <a:rPr lang="en-US" altLang="zh-TW" sz="3600" b="1" dirty="0" smtClean="0">
                <a:solidFill>
                  <a:srgbClr val="00B0F0"/>
                </a:solidFill>
              </a:rPr>
              <a:t>Did the speaker use passive voice?</a:t>
            </a:r>
          </a:p>
          <a:p>
            <a:r>
              <a:rPr lang="en-US" altLang="zh-TW" sz="3600" b="1" dirty="0" smtClean="0">
                <a:solidFill>
                  <a:srgbClr val="00B0F0"/>
                </a:solidFill>
              </a:rPr>
              <a:t>Provide examples.</a:t>
            </a:r>
          </a:p>
        </p:txBody>
      </p:sp>
    </p:spTree>
    <p:extLst>
      <p:ext uri="{BB962C8B-B14F-4D97-AF65-F5344CB8AC3E}">
        <p14:creationId xmlns:p14="http://schemas.microsoft.com/office/powerpoint/2010/main" val="3418574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300" fill="hold"/>
                                        <p:tgtEl>
                                          <p:spTgt spid="7"/>
                                        </p:tgtEl>
                                        <p:attrNameLst>
                                          <p:attrName>ppt_w</p:attrName>
                                        </p:attrNameLst>
                                      </p:cBhvr>
                                      <p:tavLst>
                                        <p:tav tm="0">
                                          <p:val>
                                            <p:fltVal val="0"/>
                                          </p:val>
                                        </p:tav>
                                        <p:tav tm="100000">
                                          <p:val>
                                            <p:strVal val="#ppt_w"/>
                                          </p:val>
                                        </p:tav>
                                      </p:tavLst>
                                    </p:anim>
                                    <p:anim calcmode="lin" valueType="num">
                                      <p:cBhvr>
                                        <p:cTn id="8" dur="300" fill="hold"/>
                                        <p:tgtEl>
                                          <p:spTgt spid="7"/>
                                        </p:tgtEl>
                                        <p:attrNameLst>
                                          <p:attrName>ppt_h</p:attrName>
                                        </p:attrNameLst>
                                      </p:cBhvr>
                                      <p:tavLst>
                                        <p:tav tm="0">
                                          <p:val>
                                            <p:fltVal val="0"/>
                                          </p:val>
                                        </p:tav>
                                        <p:tav tm="100000">
                                          <p:val>
                                            <p:strVal val="#ppt_h"/>
                                          </p:val>
                                        </p:tav>
                                      </p:tavLst>
                                    </p:anim>
                                    <p:animEffect transition="in" filter="fade">
                                      <p:cBhvr>
                                        <p:cTn id="9" dur="300"/>
                                        <p:tgtEl>
                                          <p:spTgt spid="7"/>
                                        </p:tgtEl>
                                      </p:cBhvr>
                                    </p:animEffect>
                                  </p:childTnLst>
                                </p:cTn>
                              </p:par>
                            </p:childTnLst>
                          </p:cTn>
                        </p:par>
                        <p:par>
                          <p:cTn id="10" fill="hold">
                            <p:stCondLst>
                              <p:cond delay="300"/>
                            </p:stCondLst>
                            <p:childTnLst>
                              <p:par>
                                <p:cTn id="11" presetID="53" presetClass="entr" presetSubtype="16"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p:cTn id="13" dur="300" fill="hold"/>
                                        <p:tgtEl>
                                          <p:spTgt spid="12"/>
                                        </p:tgtEl>
                                        <p:attrNameLst>
                                          <p:attrName>ppt_w</p:attrName>
                                        </p:attrNameLst>
                                      </p:cBhvr>
                                      <p:tavLst>
                                        <p:tav tm="0">
                                          <p:val>
                                            <p:fltVal val="0"/>
                                          </p:val>
                                        </p:tav>
                                        <p:tav tm="100000">
                                          <p:val>
                                            <p:strVal val="#ppt_w"/>
                                          </p:val>
                                        </p:tav>
                                      </p:tavLst>
                                    </p:anim>
                                    <p:anim calcmode="lin" valueType="num">
                                      <p:cBhvr>
                                        <p:cTn id="14" dur="300" fill="hold"/>
                                        <p:tgtEl>
                                          <p:spTgt spid="12"/>
                                        </p:tgtEl>
                                        <p:attrNameLst>
                                          <p:attrName>ppt_h</p:attrName>
                                        </p:attrNameLst>
                                      </p:cBhvr>
                                      <p:tavLst>
                                        <p:tav tm="0">
                                          <p:val>
                                            <p:fltVal val="0"/>
                                          </p:val>
                                        </p:tav>
                                        <p:tav tm="100000">
                                          <p:val>
                                            <p:strVal val="#ppt_h"/>
                                          </p:val>
                                        </p:tav>
                                      </p:tavLst>
                                    </p:anim>
                                    <p:animEffect transition="in" filter="fade">
                                      <p:cBhvr>
                                        <p:cTn id="15" dur="300"/>
                                        <p:tgtEl>
                                          <p:spTgt spid="12"/>
                                        </p:tgtEl>
                                      </p:cBhvr>
                                    </p:animEffect>
                                  </p:childTnLst>
                                </p:cTn>
                              </p:par>
                            </p:childTnLst>
                          </p:cTn>
                        </p:par>
                        <p:par>
                          <p:cTn id="16" fill="hold">
                            <p:stCondLst>
                              <p:cond delay="600"/>
                            </p:stCondLst>
                            <p:childTnLst>
                              <p:par>
                                <p:cTn id="17" presetID="21" presetClass="entr" presetSubtype="1"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heel(1)">
                                      <p:cBhvr>
                                        <p:cTn id="19" dur="400"/>
                                        <p:tgtEl>
                                          <p:spTgt spid="11"/>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3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 grpId="0"/>
      <p:bldP spid="17"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兩項物件">
    <p:spTree>
      <p:nvGrpSpPr>
        <p:cNvPr id="1" name=""/>
        <p:cNvGrpSpPr/>
        <p:nvPr/>
      </p:nvGrpSpPr>
      <p:grpSpPr>
        <a:xfrm>
          <a:off x="0" y="0"/>
          <a:ext cx="0" cy="0"/>
          <a:chOff x="0" y="0"/>
          <a:chExt cx="0" cy="0"/>
        </a:xfrm>
      </p:grpSpPr>
      <p:cxnSp>
        <p:nvCxnSpPr>
          <p:cNvPr id="17" name="直線接點 16"/>
          <p:cNvCxnSpPr/>
          <p:nvPr userDrawn="1"/>
        </p:nvCxnSpPr>
        <p:spPr>
          <a:xfrm>
            <a:off x="407988" y="6416674"/>
            <a:ext cx="11376025" cy="0"/>
          </a:xfrm>
          <a:prstGeom prst="line">
            <a:avLst/>
          </a:prstGeom>
          <a:ln>
            <a:solidFill>
              <a:srgbClr val="149CCA"/>
            </a:solidFill>
          </a:ln>
        </p:spPr>
        <p:style>
          <a:lnRef idx="1">
            <a:schemeClr val="accent1"/>
          </a:lnRef>
          <a:fillRef idx="0">
            <a:schemeClr val="accent1"/>
          </a:fillRef>
          <a:effectRef idx="0">
            <a:schemeClr val="accent1"/>
          </a:effectRef>
          <a:fontRef idx="minor">
            <a:schemeClr val="tx1"/>
          </a:fontRef>
        </p:style>
      </p:cxnSp>
      <p:grpSp>
        <p:nvGrpSpPr>
          <p:cNvPr id="8" name="群組 7"/>
          <p:cNvGrpSpPr/>
          <p:nvPr userDrawn="1"/>
        </p:nvGrpSpPr>
        <p:grpSpPr>
          <a:xfrm>
            <a:off x="3939150" y="-2164275"/>
            <a:ext cx="11186550" cy="11186550"/>
            <a:chOff x="3988526" y="1321526"/>
            <a:chExt cx="4214949" cy="4214949"/>
          </a:xfrm>
        </p:grpSpPr>
        <p:sp>
          <p:nvSpPr>
            <p:cNvPr id="9" name="橢圓 8"/>
            <p:cNvSpPr/>
            <p:nvPr userDrawn="1"/>
          </p:nvSpPr>
          <p:spPr>
            <a:xfrm>
              <a:off x="3988526" y="1321526"/>
              <a:ext cx="4214949" cy="4214949"/>
            </a:xfrm>
            <a:prstGeom prst="ellipse">
              <a:avLst/>
            </a:prstGeom>
            <a:solidFill>
              <a:srgbClr val="CDED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userDrawn="1"/>
          </p:nvSpPr>
          <p:spPr>
            <a:xfrm>
              <a:off x="4180114" y="1513114"/>
              <a:ext cx="3831772" cy="3831772"/>
            </a:xfrm>
            <a:prstGeom prst="ellipse">
              <a:avLst/>
            </a:prstGeom>
            <a:solidFill>
              <a:srgbClr val="149CC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5" name="文字方塊 14"/>
          <p:cNvSpPr txBox="1"/>
          <p:nvPr userDrawn="1"/>
        </p:nvSpPr>
        <p:spPr>
          <a:xfrm>
            <a:off x="11416605" y="6416674"/>
            <a:ext cx="367408" cy="276999"/>
          </a:xfrm>
          <a:prstGeom prst="rect">
            <a:avLst/>
          </a:prstGeom>
          <a:noFill/>
        </p:spPr>
        <p:txBody>
          <a:bodyPr wrap="none" rtlCol="0">
            <a:spAutoFit/>
          </a:bodyPr>
          <a:lstStyle/>
          <a:p>
            <a:fld id="{F8061B2C-6C14-4386-B8A0-FC3D00B49B88}" type="slidenum">
              <a:rPr lang="zh-TW" altLang="en-US" sz="1200" smtClean="0">
                <a:solidFill>
                  <a:srgbClr val="FFFFFF"/>
                </a:solidFill>
              </a:rPr>
              <a:t>‹#›</a:t>
            </a:fld>
            <a:endParaRPr lang="zh-TW" altLang="en-US" sz="1200" dirty="0">
              <a:solidFill>
                <a:srgbClr val="FFFFFF"/>
              </a:solidFill>
            </a:endParaRPr>
          </a:p>
        </p:txBody>
      </p:sp>
      <p:sp>
        <p:nvSpPr>
          <p:cNvPr id="18" name="圓角矩形 17"/>
          <p:cNvSpPr/>
          <p:nvPr userDrawn="1"/>
        </p:nvSpPr>
        <p:spPr>
          <a:xfrm>
            <a:off x="407987" y="1376363"/>
            <a:ext cx="11376025" cy="4897437"/>
          </a:xfrm>
          <a:prstGeom prst="roundRect">
            <a:avLst>
              <a:gd name="adj" fmla="val 3550"/>
            </a:avLst>
          </a:prstGeom>
          <a:solidFill>
            <a:srgbClr val="FFFFFF"/>
          </a:solidFill>
          <a:ln>
            <a:noFill/>
          </a:ln>
          <a:effectLst>
            <a:outerShdw blurRad="304800" sx="102000" sy="102000" algn="ctr"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甜甜圈 18"/>
          <p:cNvSpPr/>
          <p:nvPr userDrawn="1"/>
        </p:nvSpPr>
        <p:spPr>
          <a:xfrm>
            <a:off x="-1623873" y="-1252309"/>
            <a:ext cx="2561946" cy="2561946"/>
          </a:xfrm>
          <a:prstGeom prst="donut">
            <a:avLst>
              <a:gd name="adj" fmla="val 15772"/>
            </a:avLst>
          </a:prstGeom>
          <a:solidFill>
            <a:schemeClr val="accent4">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nvGrpSpPr>
          <p:cNvPr id="23" name="群組 22"/>
          <p:cNvGrpSpPr/>
          <p:nvPr userDrawn="1"/>
        </p:nvGrpSpPr>
        <p:grpSpPr>
          <a:xfrm>
            <a:off x="408143" y="0"/>
            <a:ext cx="3020132" cy="1200329"/>
            <a:chOff x="408143" y="0"/>
            <a:chExt cx="3020132" cy="1200329"/>
          </a:xfrm>
        </p:grpSpPr>
        <p:sp>
          <p:nvSpPr>
            <p:cNvPr id="20" name="文字方塊 19"/>
            <p:cNvSpPr txBox="1"/>
            <p:nvPr userDrawn="1"/>
          </p:nvSpPr>
          <p:spPr>
            <a:xfrm>
              <a:off x="408143" y="0"/>
              <a:ext cx="1120820" cy="1200329"/>
            </a:xfrm>
            <a:prstGeom prst="rect">
              <a:avLst/>
            </a:prstGeom>
            <a:noFill/>
          </p:spPr>
          <p:txBody>
            <a:bodyPr wrap="none" rtlCol="0">
              <a:spAutoFit/>
            </a:bodyPr>
            <a:lstStyle/>
            <a:p>
              <a:r>
                <a:rPr lang="en-US" altLang="zh-TW" sz="7200" b="1" dirty="0" smtClean="0">
                  <a:solidFill>
                    <a:srgbClr val="149CCA"/>
                  </a:solidFill>
                </a:rPr>
                <a:t>03</a:t>
              </a:r>
              <a:endParaRPr lang="zh-TW" altLang="en-US" sz="7200" b="1" dirty="0">
                <a:solidFill>
                  <a:srgbClr val="149CCA"/>
                </a:solidFill>
              </a:endParaRPr>
            </a:p>
          </p:txBody>
        </p:sp>
        <p:sp>
          <p:nvSpPr>
            <p:cNvPr id="22" name="文字方塊 21"/>
            <p:cNvSpPr txBox="1"/>
            <p:nvPr userDrawn="1"/>
          </p:nvSpPr>
          <p:spPr>
            <a:xfrm>
              <a:off x="1390345" y="347936"/>
              <a:ext cx="2037930" cy="584775"/>
            </a:xfrm>
            <a:prstGeom prst="rect">
              <a:avLst/>
            </a:prstGeom>
            <a:noFill/>
          </p:spPr>
          <p:txBody>
            <a:bodyPr wrap="none" rtlCol="0">
              <a:spAutoFit/>
            </a:bodyPr>
            <a:lstStyle/>
            <a:p>
              <a:r>
                <a:rPr lang="en-US" altLang="zh-TW" sz="3200" b="1" dirty="0" smtClean="0">
                  <a:solidFill>
                    <a:srgbClr val="1C9FCB"/>
                  </a:solidFill>
                </a:rPr>
                <a:t>Question 3</a:t>
              </a:r>
            </a:p>
          </p:txBody>
        </p:sp>
      </p:grpSp>
      <p:sp>
        <p:nvSpPr>
          <p:cNvPr id="24" name="文字方塊 23"/>
          <p:cNvSpPr txBox="1"/>
          <p:nvPr userDrawn="1"/>
        </p:nvSpPr>
        <p:spPr>
          <a:xfrm>
            <a:off x="1434736" y="203429"/>
            <a:ext cx="941283" cy="276999"/>
          </a:xfrm>
          <a:prstGeom prst="rect">
            <a:avLst/>
          </a:prstGeom>
          <a:noFill/>
        </p:spPr>
        <p:txBody>
          <a:bodyPr wrap="none" rtlCol="0">
            <a:spAutoFit/>
          </a:bodyPr>
          <a:lstStyle/>
          <a:p>
            <a:r>
              <a:rPr lang="en-US" altLang="zh-TW" sz="1200" dirty="0" smtClean="0">
                <a:solidFill>
                  <a:schemeClr val="tx1">
                    <a:lumMod val="50000"/>
                    <a:lumOff val="50000"/>
                  </a:schemeClr>
                </a:solidFill>
              </a:rPr>
              <a:t>PART THREE</a:t>
            </a:r>
            <a:endParaRPr lang="zh-TW" altLang="en-US" sz="1200" dirty="0">
              <a:solidFill>
                <a:schemeClr val="tx1">
                  <a:lumMod val="50000"/>
                  <a:lumOff val="50000"/>
                </a:schemeClr>
              </a:solidFill>
            </a:endParaRPr>
          </a:p>
        </p:txBody>
      </p:sp>
    </p:spTree>
    <p:extLst>
      <p:ext uri="{BB962C8B-B14F-4D97-AF65-F5344CB8AC3E}">
        <p14:creationId xmlns:p14="http://schemas.microsoft.com/office/powerpoint/2010/main" val="598384314"/>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章節標題">
    <p:spTree>
      <p:nvGrpSpPr>
        <p:cNvPr id="1" name=""/>
        <p:cNvGrpSpPr/>
        <p:nvPr/>
      </p:nvGrpSpPr>
      <p:grpSpPr>
        <a:xfrm>
          <a:off x="0" y="0"/>
          <a:ext cx="0" cy="0"/>
          <a:chOff x="0" y="0"/>
          <a:chExt cx="0" cy="0"/>
        </a:xfrm>
      </p:grpSpPr>
      <p:sp>
        <p:nvSpPr>
          <p:cNvPr id="11" name="甜甜圈 10"/>
          <p:cNvSpPr/>
          <p:nvPr userDrawn="1"/>
        </p:nvSpPr>
        <p:spPr>
          <a:xfrm>
            <a:off x="-2047875" y="-1676311"/>
            <a:ext cx="3409950" cy="3409950"/>
          </a:xfrm>
          <a:prstGeom prst="donut">
            <a:avLst>
              <a:gd name="adj" fmla="val 15772"/>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nvGrpSpPr>
          <p:cNvPr id="7" name="群組 6"/>
          <p:cNvGrpSpPr/>
          <p:nvPr userDrawn="1"/>
        </p:nvGrpSpPr>
        <p:grpSpPr>
          <a:xfrm>
            <a:off x="7692000" y="-4500000"/>
            <a:ext cx="9000000" cy="9000000"/>
            <a:chOff x="3988526" y="1321526"/>
            <a:chExt cx="4214949" cy="4214949"/>
          </a:xfrm>
        </p:grpSpPr>
        <p:sp>
          <p:nvSpPr>
            <p:cNvPr id="8" name="橢圓 7"/>
            <p:cNvSpPr/>
            <p:nvPr userDrawn="1"/>
          </p:nvSpPr>
          <p:spPr>
            <a:xfrm>
              <a:off x="3988526" y="1321526"/>
              <a:ext cx="4214949" cy="4214949"/>
            </a:xfrm>
            <a:prstGeom prst="ellipse">
              <a:avLst/>
            </a:prstGeom>
            <a:noFill/>
            <a:ln>
              <a:solidFill>
                <a:srgbClr val="32CB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userDrawn="1"/>
          </p:nvSpPr>
          <p:spPr>
            <a:xfrm>
              <a:off x="4180114" y="1513114"/>
              <a:ext cx="3831772" cy="3831772"/>
            </a:xfrm>
            <a:prstGeom prst="ellipse">
              <a:avLst/>
            </a:prstGeom>
            <a:solidFill>
              <a:srgbClr val="32CB58"/>
            </a:solidFill>
            <a:ln>
              <a:noFill/>
            </a:ln>
            <a:effectLst>
              <a:outerShdw blurRad="457200" sx="102000" sy="102000" algn="ctr"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0" name="文字方塊 9"/>
          <p:cNvSpPr txBox="1"/>
          <p:nvPr userDrawn="1"/>
        </p:nvSpPr>
        <p:spPr>
          <a:xfrm>
            <a:off x="407988" y="528548"/>
            <a:ext cx="3215752" cy="1200329"/>
          </a:xfrm>
          <a:prstGeom prst="rect">
            <a:avLst/>
          </a:prstGeom>
          <a:noFill/>
        </p:spPr>
        <p:txBody>
          <a:bodyPr wrap="none" rtlCol="0">
            <a:spAutoFit/>
          </a:bodyPr>
          <a:lstStyle/>
          <a:p>
            <a:r>
              <a:rPr lang="en-US" altLang="zh-TW" sz="7200" dirty="0" smtClean="0">
                <a:solidFill>
                  <a:schemeClr val="tx1">
                    <a:lumMod val="65000"/>
                    <a:lumOff val="35000"/>
                  </a:schemeClr>
                </a:solidFill>
              </a:rPr>
              <a:t>PART 04</a:t>
            </a:r>
            <a:endParaRPr lang="zh-TW" altLang="en-US" sz="7200" dirty="0">
              <a:solidFill>
                <a:schemeClr val="tx1">
                  <a:lumMod val="65000"/>
                  <a:lumOff val="35000"/>
                </a:schemeClr>
              </a:solidFill>
            </a:endParaRPr>
          </a:p>
        </p:txBody>
      </p:sp>
      <p:grpSp>
        <p:nvGrpSpPr>
          <p:cNvPr id="12" name="群組 11"/>
          <p:cNvGrpSpPr/>
          <p:nvPr userDrawn="1"/>
        </p:nvGrpSpPr>
        <p:grpSpPr>
          <a:xfrm>
            <a:off x="-2484136" y="4500000"/>
            <a:ext cx="9000000" cy="9000000"/>
            <a:chOff x="3988526" y="1321526"/>
            <a:chExt cx="4214949" cy="4214949"/>
          </a:xfrm>
        </p:grpSpPr>
        <p:sp>
          <p:nvSpPr>
            <p:cNvPr id="13" name="橢圓 12"/>
            <p:cNvSpPr/>
            <p:nvPr userDrawn="1"/>
          </p:nvSpPr>
          <p:spPr>
            <a:xfrm>
              <a:off x="3988526" y="1321526"/>
              <a:ext cx="4214949" cy="4214949"/>
            </a:xfrm>
            <a:prstGeom prst="ellipse">
              <a:avLst/>
            </a:prstGeom>
            <a:noFill/>
            <a:ln>
              <a:solidFill>
                <a:srgbClr val="32CB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userDrawn="1"/>
          </p:nvSpPr>
          <p:spPr>
            <a:xfrm>
              <a:off x="4180114" y="1513114"/>
              <a:ext cx="3831772" cy="3831772"/>
            </a:xfrm>
            <a:prstGeom prst="ellipse">
              <a:avLst/>
            </a:prstGeom>
            <a:solidFill>
              <a:srgbClr val="32CB58"/>
            </a:solidFill>
            <a:ln>
              <a:noFill/>
            </a:ln>
            <a:effectLst>
              <a:outerShdw blurRad="457200" sx="102000" sy="102000" algn="ctr"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7" name="矩形 16"/>
          <p:cNvSpPr/>
          <p:nvPr userDrawn="1"/>
        </p:nvSpPr>
        <p:spPr>
          <a:xfrm>
            <a:off x="187484" y="1681762"/>
            <a:ext cx="7328994" cy="1200329"/>
          </a:xfrm>
          <a:prstGeom prst="rect">
            <a:avLst/>
          </a:prstGeom>
        </p:spPr>
        <p:txBody>
          <a:bodyPr wrap="none">
            <a:spAutoFit/>
          </a:bodyPr>
          <a:lstStyle/>
          <a:p>
            <a:r>
              <a:rPr lang="en-US" altLang="zh-TW" sz="3600" b="1" dirty="0" smtClean="0">
                <a:solidFill>
                  <a:srgbClr val="00B050"/>
                </a:solidFill>
              </a:rPr>
              <a:t>If this were a documentation page,</a:t>
            </a:r>
          </a:p>
          <a:p>
            <a:r>
              <a:rPr lang="en-US" altLang="zh-TW" sz="3600" b="1" dirty="0" smtClean="0">
                <a:solidFill>
                  <a:srgbClr val="00B050"/>
                </a:solidFill>
              </a:rPr>
              <a:t>which parts would you skim or scan?</a:t>
            </a:r>
          </a:p>
        </p:txBody>
      </p:sp>
    </p:spTree>
    <p:extLst>
      <p:ext uri="{BB962C8B-B14F-4D97-AF65-F5344CB8AC3E}">
        <p14:creationId xmlns:p14="http://schemas.microsoft.com/office/powerpoint/2010/main" val="1951445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300" fill="hold"/>
                                        <p:tgtEl>
                                          <p:spTgt spid="7"/>
                                        </p:tgtEl>
                                        <p:attrNameLst>
                                          <p:attrName>ppt_w</p:attrName>
                                        </p:attrNameLst>
                                      </p:cBhvr>
                                      <p:tavLst>
                                        <p:tav tm="0">
                                          <p:val>
                                            <p:fltVal val="0"/>
                                          </p:val>
                                        </p:tav>
                                        <p:tav tm="100000">
                                          <p:val>
                                            <p:strVal val="#ppt_w"/>
                                          </p:val>
                                        </p:tav>
                                      </p:tavLst>
                                    </p:anim>
                                    <p:anim calcmode="lin" valueType="num">
                                      <p:cBhvr>
                                        <p:cTn id="8" dur="300" fill="hold"/>
                                        <p:tgtEl>
                                          <p:spTgt spid="7"/>
                                        </p:tgtEl>
                                        <p:attrNameLst>
                                          <p:attrName>ppt_h</p:attrName>
                                        </p:attrNameLst>
                                      </p:cBhvr>
                                      <p:tavLst>
                                        <p:tav tm="0">
                                          <p:val>
                                            <p:fltVal val="0"/>
                                          </p:val>
                                        </p:tav>
                                        <p:tav tm="100000">
                                          <p:val>
                                            <p:strVal val="#ppt_h"/>
                                          </p:val>
                                        </p:tav>
                                      </p:tavLst>
                                    </p:anim>
                                    <p:animEffect transition="in" filter="fade">
                                      <p:cBhvr>
                                        <p:cTn id="9" dur="300"/>
                                        <p:tgtEl>
                                          <p:spTgt spid="7"/>
                                        </p:tgtEl>
                                      </p:cBhvr>
                                    </p:animEffect>
                                  </p:childTnLst>
                                </p:cTn>
                              </p:par>
                            </p:childTnLst>
                          </p:cTn>
                        </p:par>
                        <p:par>
                          <p:cTn id="10" fill="hold">
                            <p:stCondLst>
                              <p:cond delay="300"/>
                            </p:stCondLst>
                            <p:childTnLst>
                              <p:par>
                                <p:cTn id="11" presetID="53" presetClass="entr" presetSubtype="16"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p:cTn id="13" dur="300" fill="hold"/>
                                        <p:tgtEl>
                                          <p:spTgt spid="12"/>
                                        </p:tgtEl>
                                        <p:attrNameLst>
                                          <p:attrName>ppt_w</p:attrName>
                                        </p:attrNameLst>
                                      </p:cBhvr>
                                      <p:tavLst>
                                        <p:tav tm="0">
                                          <p:val>
                                            <p:fltVal val="0"/>
                                          </p:val>
                                        </p:tav>
                                        <p:tav tm="100000">
                                          <p:val>
                                            <p:strVal val="#ppt_w"/>
                                          </p:val>
                                        </p:tav>
                                      </p:tavLst>
                                    </p:anim>
                                    <p:anim calcmode="lin" valueType="num">
                                      <p:cBhvr>
                                        <p:cTn id="14" dur="300" fill="hold"/>
                                        <p:tgtEl>
                                          <p:spTgt spid="12"/>
                                        </p:tgtEl>
                                        <p:attrNameLst>
                                          <p:attrName>ppt_h</p:attrName>
                                        </p:attrNameLst>
                                      </p:cBhvr>
                                      <p:tavLst>
                                        <p:tav tm="0">
                                          <p:val>
                                            <p:fltVal val="0"/>
                                          </p:val>
                                        </p:tav>
                                        <p:tav tm="100000">
                                          <p:val>
                                            <p:strVal val="#ppt_h"/>
                                          </p:val>
                                        </p:tav>
                                      </p:tavLst>
                                    </p:anim>
                                    <p:animEffect transition="in" filter="fade">
                                      <p:cBhvr>
                                        <p:cTn id="15" dur="300"/>
                                        <p:tgtEl>
                                          <p:spTgt spid="12"/>
                                        </p:tgtEl>
                                      </p:cBhvr>
                                    </p:animEffect>
                                  </p:childTnLst>
                                </p:cTn>
                              </p:par>
                            </p:childTnLst>
                          </p:cTn>
                        </p:par>
                        <p:par>
                          <p:cTn id="16" fill="hold">
                            <p:stCondLst>
                              <p:cond delay="600"/>
                            </p:stCondLst>
                            <p:childTnLst>
                              <p:par>
                                <p:cTn id="17" presetID="21" presetClass="entr" presetSubtype="1"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heel(1)">
                                      <p:cBhvr>
                                        <p:cTn id="19" dur="400"/>
                                        <p:tgtEl>
                                          <p:spTgt spid="11"/>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3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 grpId="0"/>
      <p:bldP spid="17" grpId="0"/>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兩項物件">
    <p:spTree>
      <p:nvGrpSpPr>
        <p:cNvPr id="1" name=""/>
        <p:cNvGrpSpPr/>
        <p:nvPr/>
      </p:nvGrpSpPr>
      <p:grpSpPr>
        <a:xfrm>
          <a:off x="0" y="0"/>
          <a:ext cx="0" cy="0"/>
          <a:chOff x="0" y="0"/>
          <a:chExt cx="0" cy="0"/>
        </a:xfrm>
      </p:grpSpPr>
      <p:cxnSp>
        <p:nvCxnSpPr>
          <p:cNvPr id="17" name="直線接點 16"/>
          <p:cNvCxnSpPr/>
          <p:nvPr userDrawn="1"/>
        </p:nvCxnSpPr>
        <p:spPr>
          <a:xfrm>
            <a:off x="407988" y="6416674"/>
            <a:ext cx="11376025" cy="0"/>
          </a:xfrm>
          <a:prstGeom prst="line">
            <a:avLst/>
          </a:prstGeom>
          <a:ln>
            <a:solidFill>
              <a:srgbClr val="32CB58"/>
            </a:solidFill>
          </a:ln>
        </p:spPr>
        <p:style>
          <a:lnRef idx="1">
            <a:schemeClr val="accent1"/>
          </a:lnRef>
          <a:fillRef idx="0">
            <a:schemeClr val="accent1"/>
          </a:fillRef>
          <a:effectRef idx="0">
            <a:schemeClr val="accent1"/>
          </a:effectRef>
          <a:fontRef idx="minor">
            <a:schemeClr val="tx1"/>
          </a:fontRef>
        </p:style>
      </p:cxnSp>
      <p:grpSp>
        <p:nvGrpSpPr>
          <p:cNvPr id="8" name="群組 7"/>
          <p:cNvGrpSpPr/>
          <p:nvPr userDrawn="1"/>
        </p:nvGrpSpPr>
        <p:grpSpPr>
          <a:xfrm>
            <a:off x="3939150" y="-2164275"/>
            <a:ext cx="11186550" cy="11186550"/>
            <a:chOff x="3988526" y="1321526"/>
            <a:chExt cx="4214949" cy="4214949"/>
          </a:xfrm>
        </p:grpSpPr>
        <p:sp>
          <p:nvSpPr>
            <p:cNvPr id="9" name="橢圓 8"/>
            <p:cNvSpPr/>
            <p:nvPr userDrawn="1"/>
          </p:nvSpPr>
          <p:spPr>
            <a:xfrm>
              <a:off x="3988526" y="1321526"/>
              <a:ext cx="4214949" cy="4214949"/>
            </a:xfrm>
            <a:prstGeom prst="ellipse">
              <a:avLst/>
            </a:prstGeom>
            <a:solidFill>
              <a:srgbClr val="D5F4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userDrawn="1"/>
          </p:nvSpPr>
          <p:spPr>
            <a:xfrm>
              <a:off x="4180114" y="1513114"/>
              <a:ext cx="3831772" cy="3831772"/>
            </a:xfrm>
            <a:prstGeom prst="ellipse">
              <a:avLst/>
            </a:prstGeom>
            <a:solidFill>
              <a:srgbClr val="32CB5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5" name="文字方塊 14"/>
          <p:cNvSpPr txBox="1"/>
          <p:nvPr userDrawn="1"/>
        </p:nvSpPr>
        <p:spPr>
          <a:xfrm>
            <a:off x="11416605" y="6416674"/>
            <a:ext cx="367408" cy="276999"/>
          </a:xfrm>
          <a:prstGeom prst="rect">
            <a:avLst/>
          </a:prstGeom>
          <a:noFill/>
        </p:spPr>
        <p:txBody>
          <a:bodyPr wrap="none" rtlCol="0">
            <a:spAutoFit/>
          </a:bodyPr>
          <a:lstStyle/>
          <a:p>
            <a:fld id="{F8061B2C-6C14-4386-B8A0-FC3D00B49B88}" type="slidenum">
              <a:rPr lang="zh-TW" altLang="en-US" sz="1200" smtClean="0">
                <a:solidFill>
                  <a:srgbClr val="FFFFFF"/>
                </a:solidFill>
              </a:rPr>
              <a:t>‹#›</a:t>
            </a:fld>
            <a:endParaRPr lang="zh-TW" altLang="en-US" sz="1200" dirty="0">
              <a:solidFill>
                <a:srgbClr val="FFFFFF"/>
              </a:solidFill>
            </a:endParaRPr>
          </a:p>
        </p:txBody>
      </p:sp>
      <p:sp>
        <p:nvSpPr>
          <p:cNvPr id="18" name="圓角矩形 17"/>
          <p:cNvSpPr/>
          <p:nvPr userDrawn="1"/>
        </p:nvSpPr>
        <p:spPr>
          <a:xfrm>
            <a:off x="407987" y="1376363"/>
            <a:ext cx="11376025" cy="4897437"/>
          </a:xfrm>
          <a:prstGeom prst="roundRect">
            <a:avLst>
              <a:gd name="adj" fmla="val 3550"/>
            </a:avLst>
          </a:prstGeom>
          <a:solidFill>
            <a:srgbClr val="FFFFFF"/>
          </a:solidFill>
          <a:ln>
            <a:noFill/>
          </a:ln>
          <a:effectLst>
            <a:outerShdw blurRad="304800" sx="102000" sy="102000" algn="ctr"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甜甜圈 18"/>
          <p:cNvSpPr/>
          <p:nvPr userDrawn="1"/>
        </p:nvSpPr>
        <p:spPr>
          <a:xfrm>
            <a:off x="-1623873" y="-1252309"/>
            <a:ext cx="2561946" cy="2561946"/>
          </a:xfrm>
          <a:prstGeom prst="donut">
            <a:avLst>
              <a:gd name="adj" fmla="val 15772"/>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nvGrpSpPr>
          <p:cNvPr id="23" name="群組 22"/>
          <p:cNvGrpSpPr/>
          <p:nvPr userDrawn="1"/>
        </p:nvGrpSpPr>
        <p:grpSpPr>
          <a:xfrm>
            <a:off x="408143" y="0"/>
            <a:ext cx="2788274" cy="1200329"/>
            <a:chOff x="408143" y="0"/>
            <a:chExt cx="2788274" cy="1200329"/>
          </a:xfrm>
        </p:grpSpPr>
        <p:sp>
          <p:nvSpPr>
            <p:cNvPr id="20" name="文字方塊 19"/>
            <p:cNvSpPr txBox="1"/>
            <p:nvPr userDrawn="1"/>
          </p:nvSpPr>
          <p:spPr>
            <a:xfrm>
              <a:off x="408143" y="0"/>
              <a:ext cx="1120820" cy="1200329"/>
            </a:xfrm>
            <a:prstGeom prst="rect">
              <a:avLst/>
            </a:prstGeom>
            <a:noFill/>
          </p:spPr>
          <p:txBody>
            <a:bodyPr wrap="none" rtlCol="0">
              <a:spAutoFit/>
            </a:bodyPr>
            <a:lstStyle/>
            <a:p>
              <a:r>
                <a:rPr lang="en-US" altLang="zh-TW" sz="7200" b="1" dirty="0" smtClean="0">
                  <a:solidFill>
                    <a:srgbClr val="32CB58"/>
                  </a:solidFill>
                </a:rPr>
                <a:t>04</a:t>
              </a:r>
              <a:endParaRPr lang="zh-TW" altLang="en-US" sz="7200" b="1" dirty="0">
                <a:solidFill>
                  <a:srgbClr val="32CB58"/>
                </a:solidFill>
              </a:endParaRPr>
            </a:p>
          </p:txBody>
        </p:sp>
        <p:sp>
          <p:nvSpPr>
            <p:cNvPr id="22" name="文字方塊 21"/>
            <p:cNvSpPr txBox="1"/>
            <p:nvPr userDrawn="1"/>
          </p:nvSpPr>
          <p:spPr>
            <a:xfrm>
              <a:off x="1390345" y="490176"/>
              <a:ext cx="1806072" cy="523220"/>
            </a:xfrm>
            <a:prstGeom prst="rect">
              <a:avLst/>
            </a:prstGeom>
            <a:noFill/>
          </p:spPr>
          <p:txBody>
            <a:bodyPr wrap="none" rtlCol="0">
              <a:spAutoFit/>
            </a:bodyPr>
            <a:lstStyle/>
            <a:p>
              <a:r>
                <a:rPr lang="en-US" altLang="zh-TW" sz="2800" b="1" dirty="0" smtClean="0">
                  <a:solidFill>
                    <a:srgbClr val="32CB58"/>
                  </a:solidFill>
                </a:rPr>
                <a:t>Question</a:t>
              </a:r>
              <a:r>
                <a:rPr lang="en-US" altLang="zh-TW" sz="2800" b="1" baseline="0" dirty="0" smtClean="0">
                  <a:solidFill>
                    <a:srgbClr val="32CB58"/>
                  </a:solidFill>
                </a:rPr>
                <a:t> 4</a:t>
              </a:r>
              <a:endParaRPr lang="en-US" altLang="zh-TW" sz="2800" b="1" dirty="0" smtClean="0">
                <a:solidFill>
                  <a:srgbClr val="32CB58"/>
                </a:solidFill>
              </a:endParaRPr>
            </a:p>
          </p:txBody>
        </p:sp>
      </p:grpSp>
      <p:sp>
        <p:nvSpPr>
          <p:cNvPr id="24" name="文字方塊 23"/>
          <p:cNvSpPr txBox="1"/>
          <p:nvPr userDrawn="1"/>
        </p:nvSpPr>
        <p:spPr>
          <a:xfrm>
            <a:off x="1434736" y="203429"/>
            <a:ext cx="890244" cy="276999"/>
          </a:xfrm>
          <a:prstGeom prst="rect">
            <a:avLst/>
          </a:prstGeom>
          <a:noFill/>
        </p:spPr>
        <p:txBody>
          <a:bodyPr wrap="none" rtlCol="0">
            <a:spAutoFit/>
          </a:bodyPr>
          <a:lstStyle/>
          <a:p>
            <a:r>
              <a:rPr lang="en-US" altLang="zh-TW" sz="1200" dirty="0" smtClean="0">
                <a:solidFill>
                  <a:schemeClr val="tx1">
                    <a:lumMod val="50000"/>
                    <a:lumOff val="50000"/>
                  </a:schemeClr>
                </a:solidFill>
              </a:rPr>
              <a:t>PART FOUR</a:t>
            </a:r>
            <a:endParaRPr lang="zh-TW" altLang="en-US" sz="1200" dirty="0">
              <a:solidFill>
                <a:schemeClr val="tx1">
                  <a:lumMod val="50000"/>
                  <a:lumOff val="50000"/>
                </a:schemeClr>
              </a:solidFill>
            </a:endParaRPr>
          </a:p>
        </p:txBody>
      </p:sp>
    </p:spTree>
    <p:extLst>
      <p:ext uri="{BB962C8B-B14F-4D97-AF65-F5344CB8AC3E}">
        <p14:creationId xmlns:p14="http://schemas.microsoft.com/office/powerpoint/2010/main" val="397991111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章節標題">
    <p:spTree>
      <p:nvGrpSpPr>
        <p:cNvPr id="1" name=""/>
        <p:cNvGrpSpPr/>
        <p:nvPr/>
      </p:nvGrpSpPr>
      <p:grpSpPr>
        <a:xfrm>
          <a:off x="0" y="0"/>
          <a:ext cx="0" cy="0"/>
          <a:chOff x="0" y="0"/>
          <a:chExt cx="0" cy="0"/>
        </a:xfrm>
      </p:grpSpPr>
      <p:sp>
        <p:nvSpPr>
          <p:cNvPr id="11" name="甜甜圈 10"/>
          <p:cNvSpPr/>
          <p:nvPr userDrawn="1"/>
        </p:nvSpPr>
        <p:spPr>
          <a:xfrm>
            <a:off x="-2047875" y="-1676311"/>
            <a:ext cx="3409950" cy="3409950"/>
          </a:xfrm>
          <a:prstGeom prst="donut">
            <a:avLst>
              <a:gd name="adj" fmla="val 15772"/>
            </a:avLst>
          </a:prstGeom>
          <a:solidFill>
            <a:schemeClr val="accent5">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nvGrpSpPr>
          <p:cNvPr id="7" name="群組 6"/>
          <p:cNvGrpSpPr/>
          <p:nvPr userDrawn="1"/>
        </p:nvGrpSpPr>
        <p:grpSpPr>
          <a:xfrm>
            <a:off x="7692000" y="-4500000"/>
            <a:ext cx="9000000" cy="9000000"/>
            <a:chOff x="3988526" y="1321526"/>
            <a:chExt cx="4214949" cy="4214949"/>
          </a:xfrm>
        </p:grpSpPr>
        <p:sp>
          <p:nvSpPr>
            <p:cNvPr id="8" name="橢圓 7"/>
            <p:cNvSpPr/>
            <p:nvPr userDrawn="1"/>
          </p:nvSpPr>
          <p:spPr>
            <a:xfrm>
              <a:off x="3988526" y="1321526"/>
              <a:ext cx="4214949" cy="4214949"/>
            </a:xfrm>
            <a:prstGeom prst="ellipse">
              <a:avLst/>
            </a:prstGeom>
            <a:noFill/>
            <a:ln>
              <a:solidFill>
                <a:srgbClr val="A365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userDrawn="1"/>
          </p:nvSpPr>
          <p:spPr>
            <a:xfrm>
              <a:off x="4180114" y="1513114"/>
              <a:ext cx="3831772" cy="3831772"/>
            </a:xfrm>
            <a:prstGeom prst="ellipse">
              <a:avLst/>
            </a:prstGeom>
            <a:solidFill>
              <a:srgbClr val="A365D8"/>
            </a:solidFill>
            <a:ln>
              <a:noFill/>
            </a:ln>
            <a:effectLst>
              <a:outerShdw blurRad="457200" sx="102000" sy="102000" algn="ctr" rotWithShape="0">
                <a:schemeClr val="accent5">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0" name="文字方塊 9"/>
          <p:cNvSpPr txBox="1"/>
          <p:nvPr userDrawn="1"/>
        </p:nvSpPr>
        <p:spPr>
          <a:xfrm>
            <a:off x="407988" y="528548"/>
            <a:ext cx="3215752" cy="1200329"/>
          </a:xfrm>
          <a:prstGeom prst="rect">
            <a:avLst/>
          </a:prstGeom>
          <a:noFill/>
        </p:spPr>
        <p:txBody>
          <a:bodyPr wrap="none" rtlCol="0">
            <a:spAutoFit/>
          </a:bodyPr>
          <a:lstStyle/>
          <a:p>
            <a:r>
              <a:rPr lang="en-US" altLang="zh-TW" sz="7200" dirty="0" smtClean="0">
                <a:solidFill>
                  <a:schemeClr val="tx1">
                    <a:lumMod val="65000"/>
                    <a:lumOff val="35000"/>
                  </a:schemeClr>
                </a:solidFill>
              </a:rPr>
              <a:t>PART 05</a:t>
            </a:r>
            <a:endParaRPr lang="zh-TW" altLang="en-US" sz="7200" dirty="0">
              <a:solidFill>
                <a:schemeClr val="tx1">
                  <a:lumMod val="65000"/>
                  <a:lumOff val="35000"/>
                </a:schemeClr>
              </a:solidFill>
            </a:endParaRPr>
          </a:p>
        </p:txBody>
      </p:sp>
      <p:grpSp>
        <p:nvGrpSpPr>
          <p:cNvPr id="12" name="群組 11"/>
          <p:cNvGrpSpPr/>
          <p:nvPr userDrawn="1"/>
        </p:nvGrpSpPr>
        <p:grpSpPr>
          <a:xfrm>
            <a:off x="-2484136" y="4500000"/>
            <a:ext cx="9000000" cy="9000000"/>
            <a:chOff x="3988526" y="1321526"/>
            <a:chExt cx="4214949" cy="4214949"/>
          </a:xfrm>
        </p:grpSpPr>
        <p:sp>
          <p:nvSpPr>
            <p:cNvPr id="13" name="橢圓 12"/>
            <p:cNvSpPr/>
            <p:nvPr userDrawn="1"/>
          </p:nvSpPr>
          <p:spPr>
            <a:xfrm>
              <a:off x="3988526" y="1321526"/>
              <a:ext cx="4214949" cy="4214949"/>
            </a:xfrm>
            <a:prstGeom prst="ellipse">
              <a:avLst/>
            </a:prstGeom>
            <a:noFill/>
            <a:ln>
              <a:solidFill>
                <a:srgbClr val="A365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userDrawn="1"/>
          </p:nvSpPr>
          <p:spPr>
            <a:xfrm>
              <a:off x="4180114" y="1513114"/>
              <a:ext cx="3831772" cy="3831772"/>
            </a:xfrm>
            <a:prstGeom prst="ellipse">
              <a:avLst/>
            </a:prstGeom>
            <a:solidFill>
              <a:srgbClr val="A365D8"/>
            </a:solidFill>
            <a:ln>
              <a:noFill/>
            </a:ln>
            <a:effectLst>
              <a:outerShdw blurRad="457200" sx="102000" sy="102000" algn="ctr" rotWithShape="0">
                <a:schemeClr val="accent5">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7" name="矩形 16"/>
          <p:cNvSpPr/>
          <p:nvPr userDrawn="1"/>
        </p:nvSpPr>
        <p:spPr>
          <a:xfrm>
            <a:off x="421164" y="1671602"/>
            <a:ext cx="5567101" cy="1200329"/>
          </a:xfrm>
          <a:prstGeom prst="rect">
            <a:avLst/>
          </a:prstGeom>
        </p:spPr>
        <p:txBody>
          <a:bodyPr wrap="none">
            <a:spAutoFit/>
          </a:bodyPr>
          <a:lstStyle/>
          <a:p>
            <a:r>
              <a:rPr lang="en-US" altLang="zh-TW" sz="3600" b="1" dirty="0" smtClean="0">
                <a:solidFill>
                  <a:srgbClr val="A466D8"/>
                </a:solidFill>
              </a:rPr>
              <a:t>Can you paraphrase one key</a:t>
            </a:r>
          </a:p>
          <a:p>
            <a:r>
              <a:rPr lang="en-US" altLang="zh-TW" sz="3600" b="1" dirty="0" smtClean="0">
                <a:solidFill>
                  <a:srgbClr val="A466D8"/>
                </a:solidFill>
              </a:rPr>
              <a:t>sentence from the video?</a:t>
            </a:r>
            <a:endParaRPr lang="en-US" altLang="zh-TW" sz="4000" b="1" dirty="0" smtClean="0">
              <a:solidFill>
                <a:srgbClr val="A466D8"/>
              </a:solidFill>
            </a:endParaRPr>
          </a:p>
        </p:txBody>
      </p:sp>
    </p:spTree>
    <p:extLst>
      <p:ext uri="{BB962C8B-B14F-4D97-AF65-F5344CB8AC3E}">
        <p14:creationId xmlns:p14="http://schemas.microsoft.com/office/powerpoint/2010/main" val="2455588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300" fill="hold"/>
                                        <p:tgtEl>
                                          <p:spTgt spid="7"/>
                                        </p:tgtEl>
                                        <p:attrNameLst>
                                          <p:attrName>ppt_w</p:attrName>
                                        </p:attrNameLst>
                                      </p:cBhvr>
                                      <p:tavLst>
                                        <p:tav tm="0">
                                          <p:val>
                                            <p:fltVal val="0"/>
                                          </p:val>
                                        </p:tav>
                                        <p:tav tm="100000">
                                          <p:val>
                                            <p:strVal val="#ppt_w"/>
                                          </p:val>
                                        </p:tav>
                                      </p:tavLst>
                                    </p:anim>
                                    <p:anim calcmode="lin" valueType="num">
                                      <p:cBhvr>
                                        <p:cTn id="8" dur="300" fill="hold"/>
                                        <p:tgtEl>
                                          <p:spTgt spid="7"/>
                                        </p:tgtEl>
                                        <p:attrNameLst>
                                          <p:attrName>ppt_h</p:attrName>
                                        </p:attrNameLst>
                                      </p:cBhvr>
                                      <p:tavLst>
                                        <p:tav tm="0">
                                          <p:val>
                                            <p:fltVal val="0"/>
                                          </p:val>
                                        </p:tav>
                                        <p:tav tm="100000">
                                          <p:val>
                                            <p:strVal val="#ppt_h"/>
                                          </p:val>
                                        </p:tav>
                                      </p:tavLst>
                                    </p:anim>
                                    <p:animEffect transition="in" filter="fade">
                                      <p:cBhvr>
                                        <p:cTn id="9" dur="300"/>
                                        <p:tgtEl>
                                          <p:spTgt spid="7"/>
                                        </p:tgtEl>
                                      </p:cBhvr>
                                    </p:animEffect>
                                  </p:childTnLst>
                                </p:cTn>
                              </p:par>
                            </p:childTnLst>
                          </p:cTn>
                        </p:par>
                        <p:par>
                          <p:cTn id="10" fill="hold">
                            <p:stCondLst>
                              <p:cond delay="300"/>
                            </p:stCondLst>
                            <p:childTnLst>
                              <p:par>
                                <p:cTn id="11" presetID="53" presetClass="entr" presetSubtype="16"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p:cTn id="13" dur="300" fill="hold"/>
                                        <p:tgtEl>
                                          <p:spTgt spid="12"/>
                                        </p:tgtEl>
                                        <p:attrNameLst>
                                          <p:attrName>ppt_w</p:attrName>
                                        </p:attrNameLst>
                                      </p:cBhvr>
                                      <p:tavLst>
                                        <p:tav tm="0">
                                          <p:val>
                                            <p:fltVal val="0"/>
                                          </p:val>
                                        </p:tav>
                                        <p:tav tm="100000">
                                          <p:val>
                                            <p:strVal val="#ppt_w"/>
                                          </p:val>
                                        </p:tav>
                                      </p:tavLst>
                                    </p:anim>
                                    <p:anim calcmode="lin" valueType="num">
                                      <p:cBhvr>
                                        <p:cTn id="14" dur="300" fill="hold"/>
                                        <p:tgtEl>
                                          <p:spTgt spid="12"/>
                                        </p:tgtEl>
                                        <p:attrNameLst>
                                          <p:attrName>ppt_h</p:attrName>
                                        </p:attrNameLst>
                                      </p:cBhvr>
                                      <p:tavLst>
                                        <p:tav tm="0">
                                          <p:val>
                                            <p:fltVal val="0"/>
                                          </p:val>
                                        </p:tav>
                                        <p:tav tm="100000">
                                          <p:val>
                                            <p:strVal val="#ppt_h"/>
                                          </p:val>
                                        </p:tav>
                                      </p:tavLst>
                                    </p:anim>
                                    <p:animEffect transition="in" filter="fade">
                                      <p:cBhvr>
                                        <p:cTn id="15" dur="300"/>
                                        <p:tgtEl>
                                          <p:spTgt spid="12"/>
                                        </p:tgtEl>
                                      </p:cBhvr>
                                    </p:animEffect>
                                  </p:childTnLst>
                                </p:cTn>
                              </p:par>
                            </p:childTnLst>
                          </p:cTn>
                        </p:par>
                        <p:par>
                          <p:cTn id="16" fill="hold">
                            <p:stCondLst>
                              <p:cond delay="600"/>
                            </p:stCondLst>
                            <p:childTnLst>
                              <p:par>
                                <p:cTn id="17" presetID="21" presetClass="entr" presetSubtype="1"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heel(1)">
                                      <p:cBhvr>
                                        <p:cTn id="19" dur="400"/>
                                        <p:tgtEl>
                                          <p:spTgt spid="11"/>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3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 grpId="0"/>
      <p:bldP spid="17" grpId="0"/>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兩項物件">
    <p:spTree>
      <p:nvGrpSpPr>
        <p:cNvPr id="1" name=""/>
        <p:cNvGrpSpPr/>
        <p:nvPr/>
      </p:nvGrpSpPr>
      <p:grpSpPr>
        <a:xfrm>
          <a:off x="0" y="0"/>
          <a:ext cx="0" cy="0"/>
          <a:chOff x="0" y="0"/>
          <a:chExt cx="0" cy="0"/>
        </a:xfrm>
      </p:grpSpPr>
      <p:cxnSp>
        <p:nvCxnSpPr>
          <p:cNvPr id="17" name="直線接點 16"/>
          <p:cNvCxnSpPr/>
          <p:nvPr userDrawn="1"/>
        </p:nvCxnSpPr>
        <p:spPr>
          <a:xfrm>
            <a:off x="407988" y="6416674"/>
            <a:ext cx="11376025" cy="0"/>
          </a:xfrm>
          <a:prstGeom prst="line">
            <a:avLst/>
          </a:prstGeom>
          <a:ln>
            <a:solidFill>
              <a:srgbClr val="A466D8"/>
            </a:solidFill>
          </a:ln>
        </p:spPr>
        <p:style>
          <a:lnRef idx="1">
            <a:schemeClr val="accent1"/>
          </a:lnRef>
          <a:fillRef idx="0">
            <a:schemeClr val="accent1"/>
          </a:fillRef>
          <a:effectRef idx="0">
            <a:schemeClr val="accent1"/>
          </a:effectRef>
          <a:fontRef idx="minor">
            <a:schemeClr val="tx1"/>
          </a:fontRef>
        </p:style>
      </p:cxnSp>
      <p:grpSp>
        <p:nvGrpSpPr>
          <p:cNvPr id="8" name="群組 7"/>
          <p:cNvGrpSpPr/>
          <p:nvPr userDrawn="1"/>
        </p:nvGrpSpPr>
        <p:grpSpPr>
          <a:xfrm>
            <a:off x="3939150" y="-2164275"/>
            <a:ext cx="11186550" cy="11186550"/>
            <a:chOff x="3988526" y="1321526"/>
            <a:chExt cx="4214949" cy="4214949"/>
          </a:xfrm>
        </p:grpSpPr>
        <p:sp>
          <p:nvSpPr>
            <p:cNvPr id="9" name="橢圓 8"/>
            <p:cNvSpPr/>
            <p:nvPr userDrawn="1"/>
          </p:nvSpPr>
          <p:spPr>
            <a:xfrm>
              <a:off x="3988526" y="1321526"/>
              <a:ext cx="4214949" cy="4214949"/>
            </a:xfrm>
            <a:prstGeom prst="ellipse">
              <a:avLst/>
            </a:prstGeom>
            <a:solidFill>
              <a:srgbClr val="ECE0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userDrawn="1"/>
          </p:nvSpPr>
          <p:spPr>
            <a:xfrm>
              <a:off x="4180114" y="1513114"/>
              <a:ext cx="3831772" cy="3831772"/>
            </a:xfrm>
            <a:prstGeom prst="ellipse">
              <a:avLst/>
            </a:prstGeom>
            <a:solidFill>
              <a:srgbClr val="A466D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5" name="文字方塊 14"/>
          <p:cNvSpPr txBox="1"/>
          <p:nvPr userDrawn="1"/>
        </p:nvSpPr>
        <p:spPr>
          <a:xfrm>
            <a:off x="11416605" y="6416674"/>
            <a:ext cx="367408" cy="276999"/>
          </a:xfrm>
          <a:prstGeom prst="rect">
            <a:avLst/>
          </a:prstGeom>
          <a:noFill/>
        </p:spPr>
        <p:txBody>
          <a:bodyPr wrap="none" rtlCol="0">
            <a:spAutoFit/>
          </a:bodyPr>
          <a:lstStyle/>
          <a:p>
            <a:fld id="{F8061B2C-6C14-4386-B8A0-FC3D00B49B88}" type="slidenum">
              <a:rPr lang="zh-TW" altLang="en-US" sz="1200" smtClean="0">
                <a:solidFill>
                  <a:srgbClr val="FFFFFF"/>
                </a:solidFill>
              </a:rPr>
              <a:t>‹#›</a:t>
            </a:fld>
            <a:endParaRPr lang="zh-TW" altLang="en-US" sz="1200" dirty="0">
              <a:solidFill>
                <a:srgbClr val="FFFFFF"/>
              </a:solidFill>
            </a:endParaRPr>
          </a:p>
        </p:txBody>
      </p:sp>
      <p:sp>
        <p:nvSpPr>
          <p:cNvPr id="18" name="圓角矩形 17"/>
          <p:cNvSpPr/>
          <p:nvPr userDrawn="1"/>
        </p:nvSpPr>
        <p:spPr>
          <a:xfrm>
            <a:off x="408143" y="1309637"/>
            <a:ext cx="11376025" cy="4897437"/>
          </a:xfrm>
          <a:prstGeom prst="roundRect">
            <a:avLst>
              <a:gd name="adj" fmla="val 3550"/>
            </a:avLst>
          </a:prstGeom>
          <a:solidFill>
            <a:srgbClr val="FFFFFF"/>
          </a:solidFill>
          <a:ln>
            <a:noFill/>
          </a:ln>
          <a:effectLst>
            <a:outerShdw blurRad="304800" sx="102000" sy="102000" algn="ctr" rotWithShape="0">
              <a:schemeClr val="accent5">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甜甜圈 18"/>
          <p:cNvSpPr/>
          <p:nvPr userDrawn="1"/>
        </p:nvSpPr>
        <p:spPr>
          <a:xfrm>
            <a:off x="-1623873" y="-1252309"/>
            <a:ext cx="2561946" cy="2561946"/>
          </a:xfrm>
          <a:prstGeom prst="donut">
            <a:avLst>
              <a:gd name="adj" fmla="val 15772"/>
            </a:avLst>
          </a:prstGeom>
          <a:solidFill>
            <a:schemeClr val="accent5">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nvGrpSpPr>
          <p:cNvPr id="23" name="群組 22"/>
          <p:cNvGrpSpPr/>
          <p:nvPr userDrawn="1"/>
        </p:nvGrpSpPr>
        <p:grpSpPr>
          <a:xfrm>
            <a:off x="408143" y="0"/>
            <a:ext cx="3483849" cy="1200329"/>
            <a:chOff x="408143" y="0"/>
            <a:chExt cx="3483849" cy="1200329"/>
          </a:xfrm>
        </p:grpSpPr>
        <p:sp>
          <p:nvSpPr>
            <p:cNvPr id="20" name="文字方塊 19"/>
            <p:cNvSpPr txBox="1"/>
            <p:nvPr userDrawn="1"/>
          </p:nvSpPr>
          <p:spPr>
            <a:xfrm>
              <a:off x="408143" y="0"/>
              <a:ext cx="1120820" cy="1200329"/>
            </a:xfrm>
            <a:prstGeom prst="rect">
              <a:avLst/>
            </a:prstGeom>
            <a:noFill/>
          </p:spPr>
          <p:txBody>
            <a:bodyPr wrap="none" rtlCol="0">
              <a:spAutoFit/>
            </a:bodyPr>
            <a:lstStyle/>
            <a:p>
              <a:r>
                <a:rPr lang="en-US" altLang="zh-TW" sz="7200" b="1" dirty="0" smtClean="0">
                  <a:solidFill>
                    <a:srgbClr val="A466D8"/>
                  </a:solidFill>
                </a:rPr>
                <a:t>05</a:t>
              </a:r>
              <a:endParaRPr lang="zh-TW" altLang="en-US" sz="7200" b="1" dirty="0">
                <a:solidFill>
                  <a:srgbClr val="A466D8"/>
                </a:solidFill>
              </a:endParaRPr>
            </a:p>
          </p:txBody>
        </p:sp>
        <p:sp>
          <p:nvSpPr>
            <p:cNvPr id="22" name="文字方塊 21"/>
            <p:cNvSpPr txBox="1"/>
            <p:nvPr userDrawn="1"/>
          </p:nvSpPr>
          <p:spPr>
            <a:xfrm>
              <a:off x="1390345" y="347936"/>
              <a:ext cx="2501647" cy="707886"/>
            </a:xfrm>
            <a:prstGeom prst="rect">
              <a:avLst/>
            </a:prstGeom>
            <a:noFill/>
          </p:spPr>
          <p:txBody>
            <a:bodyPr wrap="none" rtlCol="0">
              <a:spAutoFit/>
            </a:bodyPr>
            <a:lstStyle/>
            <a:p>
              <a:r>
                <a:rPr lang="en-US" altLang="zh-TW" sz="4000" b="1" dirty="0" smtClean="0">
                  <a:solidFill>
                    <a:srgbClr val="A466D8"/>
                  </a:solidFill>
                </a:rPr>
                <a:t>Question</a:t>
              </a:r>
              <a:r>
                <a:rPr lang="en-US" altLang="zh-TW" sz="4000" b="1" baseline="0" dirty="0" smtClean="0">
                  <a:solidFill>
                    <a:srgbClr val="A466D8"/>
                  </a:solidFill>
                </a:rPr>
                <a:t> 5</a:t>
              </a:r>
              <a:endParaRPr lang="en-US" altLang="zh-TW" sz="4000" b="1" dirty="0" smtClean="0">
                <a:solidFill>
                  <a:srgbClr val="A466D8"/>
                </a:solidFill>
              </a:endParaRPr>
            </a:p>
          </p:txBody>
        </p:sp>
      </p:grpSp>
      <p:sp>
        <p:nvSpPr>
          <p:cNvPr id="24" name="文字方塊 23"/>
          <p:cNvSpPr txBox="1"/>
          <p:nvPr userDrawn="1"/>
        </p:nvSpPr>
        <p:spPr>
          <a:xfrm>
            <a:off x="1434736" y="203429"/>
            <a:ext cx="806631" cy="276999"/>
          </a:xfrm>
          <a:prstGeom prst="rect">
            <a:avLst/>
          </a:prstGeom>
          <a:noFill/>
        </p:spPr>
        <p:txBody>
          <a:bodyPr wrap="none" rtlCol="0">
            <a:spAutoFit/>
          </a:bodyPr>
          <a:lstStyle/>
          <a:p>
            <a:r>
              <a:rPr lang="en-US" altLang="zh-TW" sz="1200" dirty="0" smtClean="0">
                <a:solidFill>
                  <a:schemeClr val="tx1">
                    <a:lumMod val="50000"/>
                    <a:lumOff val="50000"/>
                  </a:schemeClr>
                </a:solidFill>
              </a:rPr>
              <a:t>PART FIVE</a:t>
            </a:r>
            <a:endParaRPr lang="zh-TW" altLang="en-US" sz="1200" dirty="0">
              <a:solidFill>
                <a:schemeClr val="tx1">
                  <a:lumMod val="50000"/>
                  <a:lumOff val="50000"/>
                </a:schemeClr>
              </a:solidFill>
            </a:endParaRPr>
          </a:p>
        </p:txBody>
      </p:sp>
    </p:spTree>
    <p:extLst>
      <p:ext uri="{BB962C8B-B14F-4D97-AF65-F5344CB8AC3E}">
        <p14:creationId xmlns:p14="http://schemas.microsoft.com/office/powerpoint/2010/main" val="3446895078"/>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章節標題">
    <p:spTree>
      <p:nvGrpSpPr>
        <p:cNvPr id="1" name=""/>
        <p:cNvGrpSpPr/>
        <p:nvPr/>
      </p:nvGrpSpPr>
      <p:grpSpPr>
        <a:xfrm>
          <a:off x="0" y="0"/>
          <a:ext cx="0" cy="0"/>
          <a:chOff x="0" y="0"/>
          <a:chExt cx="0" cy="0"/>
        </a:xfrm>
      </p:grpSpPr>
      <p:sp>
        <p:nvSpPr>
          <p:cNvPr id="11" name="甜甜圈 10"/>
          <p:cNvSpPr/>
          <p:nvPr userDrawn="1"/>
        </p:nvSpPr>
        <p:spPr>
          <a:xfrm>
            <a:off x="-2047875" y="-1676311"/>
            <a:ext cx="3409950" cy="3409950"/>
          </a:xfrm>
          <a:prstGeom prst="donut">
            <a:avLst>
              <a:gd name="adj" fmla="val 15772"/>
            </a:avLst>
          </a:prstGeom>
          <a:solidFill>
            <a:srgbClr val="FF9999">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9999"/>
              </a:solidFill>
            </a:endParaRPr>
          </a:p>
        </p:txBody>
      </p:sp>
      <p:grpSp>
        <p:nvGrpSpPr>
          <p:cNvPr id="7" name="群組 6"/>
          <p:cNvGrpSpPr/>
          <p:nvPr userDrawn="1"/>
        </p:nvGrpSpPr>
        <p:grpSpPr>
          <a:xfrm>
            <a:off x="7692000" y="-4500000"/>
            <a:ext cx="9000000" cy="9000000"/>
            <a:chOff x="3988526" y="1321526"/>
            <a:chExt cx="4214949" cy="4214949"/>
          </a:xfrm>
        </p:grpSpPr>
        <p:sp>
          <p:nvSpPr>
            <p:cNvPr id="8" name="橢圓 7"/>
            <p:cNvSpPr/>
            <p:nvPr userDrawn="1"/>
          </p:nvSpPr>
          <p:spPr>
            <a:xfrm>
              <a:off x="3988526" y="1321526"/>
              <a:ext cx="4214949" cy="4214949"/>
            </a:xfrm>
            <a:prstGeom prst="ellipse">
              <a:avLst/>
            </a:prstGeom>
            <a:no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9999"/>
                </a:solidFill>
              </a:endParaRPr>
            </a:p>
          </p:txBody>
        </p:sp>
        <p:sp>
          <p:nvSpPr>
            <p:cNvPr id="9" name="橢圓 8"/>
            <p:cNvSpPr/>
            <p:nvPr userDrawn="1"/>
          </p:nvSpPr>
          <p:spPr>
            <a:xfrm>
              <a:off x="4180114" y="1513114"/>
              <a:ext cx="3831772" cy="3831772"/>
            </a:xfrm>
            <a:prstGeom prst="ellipse">
              <a:avLst/>
            </a:prstGeom>
            <a:solidFill>
              <a:srgbClr val="FF9999"/>
            </a:solidFill>
            <a:ln>
              <a:noFill/>
            </a:ln>
            <a:effectLst>
              <a:outerShdw blurRad="457200" sx="102000" sy="102000" algn="ctr" rotWithShape="0">
                <a:schemeClr val="accent5">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9999"/>
                </a:solidFill>
              </a:endParaRPr>
            </a:p>
          </p:txBody>
        </p:sp>
      </p:grpSp>
      <p:sp>
        <p:nvSpPr>
          <p:cNvPr id="10" name="文字方塊 9"/>
          <p:cNvSpPr txBox="1"/>
          <p:nvPr userDrawn="1"/>
        </p:nvSpPr>
        <p:spPr>
          <a:xfrm>
            <a:off x="407988" y="528548"/>
            <a:ext cx="3215752" cy="1200329"/>
          </a:xfrm>
          <a:prstGeom prst="rect">
            <a:avLst/>
          </a:prstGeom>
          <a:noFill/>
        </p:spPr>
        <p:txBody>
          <a:bodyPr wrap="none" rtlCol="0">
            <a:spAutoFit/>
          </a:bodyPr>
          <a:lstStyle/>
          <a:p>
            <a:r>
              <a:rPr lang="en-US" altLang="zh-TW" sz="7200" dirty="0" smtClean="0">
                <a:solidFill>
                  <a:schemeClr val="tx1">
                    <a:lumMod val="65000"/>
                    <a:lumOff val="35000"/>
                  </a:schemeClr>
                </a:solidFill>
              </a:rPr>
              <a:t>PART 06</a:t>
            </a:r>
            <a:endParaRPr lang="zh-TW" altLang="en-US" sz="7200" dirty="0">
              <a:solidFill>
                <a:schemeClr val="tx1">
                  <a:lumMod val="65000"/>
                  <a:lumOff val="35000"/>
                </a:schemeClr>
              </a:solidFill>
            </a:endParaRPr>
          </a:p>
        </p:txBody>
      </p:sp>
      <p:grpSp>
        <p:nvGrpSpPr>
          <p:cNvPr id="12" name="群組 11"/>
          <p:cNvGrpSpPr/>
          <p:nvPr userDrawn="1"/>
        </p:nvGrpSpPr>
        <p:grpSpPr>
          <a:xfrm>
            <a:off x="-2484136" y="4500000"/>
            <a:ext cx="9000000" cy="9000000"/>
            <a:chOff x="3988526" y="1321526"/>
            <a:chExt cx="4214949" cy="4214949"/>
          </a:xfrm>
        </p:grpSpPr>
        <p:sp>
          <p:nvSpPr>
            <p:cNvPr id="13" name="橢圓 12"/>
            <p:cNvSpPr/>
            <p:nvPr userDrawn="1"/>
          </p:nvSpPr>
          <p:spPr>
            <a:xfrm>
              <a:off x="3988526" y="1321526"/>
              <a:ext cx="4214949" cy="4214949"/>
            </a:xfrm>
            <a:prstGeom prst="ellipse">
              <a:avLst/>
            </a:prstGeom>
            <a:no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userDrawn="1"/>
          </p:nvSpPr>
          <p:spPr>
            <a:xfrm>
              <a:off x="4180114" y="1513114"/>
              <a:ext cx="3831772" cy="3831772"/>
            </a:xfrm>
            <a:prstGeom prst="ellipse">
              <a:avLst/>
            </a:prstGeom>
            <a:solidFill>
              <a:srgbClr val="FF9999"/>
            </a:solidFill>
            <a:ln>
              <a:noFill/>
            </a:ln>
            <a:effectLst>
              <a:outerShdw blurRad="457200" sx="102000" sy="102000" algn="ctr" rotWithShape="0">
                <a:schemeClr val="accent5">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9999"/>
                </a:solidFill>
              </a:endParaRPr>
            </a:p>
          </p:txBody>
        </p:sp>
      </p:grpSp>
      <p:sp>
        <p:nvSpPr>
          <p:cNvPr id="17" name="矩形 16"/>
          <p:cNvSpPr/>
          <p:nvPr userDrawn="1"/>
        </p:nvSpPr>
        <p:spPr>
          <a:xfrm>
            <a:off x="421164" y="1671602"/>
            <a:ext cx="5336141" cy="1200329"/>
          </a:xfrm>
          <a:prstGeom prst="rect">
            <a:avLst/>
          </a:prstGeom>
        </p:spPr>
        <p:txBody>
          <a:bodyPr wrap="none">
            <a:spAutoFit/>
          </a:bodyPr>
          <a:lstStyle/>
          <a:p>
            <a:r>
              <a:rPr lang="en-US" altLang="zh-TW" sz="3600" b="1" dirty="0" smtClean="0">
                <a:solidFill>
                  <a:srgbClr val="FF9999"/>
                </a:solidFill>
              </a:rPr>
              <a:t>Did the video include </a:t>
            </a:r>
          </a:p>
          <a:p>
            <a:r>
              <a:rPr lang="en-US" altLang="zh-TW" sz="3600" b="1" dirty="0" smtClean="0">
                <a:solidFill>
                  <a:srgbClr val="FF9999"/>
                </a:solidFill>
              </a:rPr>
              <a:t>instructions or definitions?</a:t>
            </a:r>
            <a:endParaRPr lang="en-US" altLang="zh-TW" sz="4000" b="1" dirty="0" smtClean="0">
              <a:solidFill>
                <a:srgbClr val="FF9999"/>
              </a:solidFill>
            </a:endParaRPr>
          </a:p>
        </p:txBody>
      </p:sp>
    </p:spTree>
    <p:extLst>
      <p:ext uri="{BB962C8B-B14F-4D97-AF65-F5344CB8AC3E}">
        <p14:creationId xmlns:p14="http://schemas.microsoft.com/office/powerpoint/2010/main" val="2493894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300" fill="hold"/>
                                        <p:tgtEl>
                                          <p:spTgt spid="7"/>
                                        </p:tgtEl>
                                        <p:attrNameLst>
                                          <p:attrName>ppt_w</p:attrName>
                                        </p:attrNameLst>
                                      </p:cBhvr>
                                      <p:tavLst>
                                        <p:tav tm="0">
                                          <p:val>
                                            <p:fltVal val="0"/>
                                          </p:val>
                                        </p:tav>
                                        <p:tav tm="100000">
                                          <p:val>
                                            <p:strVal val="#ppt_w"/>
                                          </p:val>
                                        </p:tav>
                                      </p:tavLst>
                                    </p:anim>
                                    <p:anim calcmode="lin" valueType="num">
                                      <p:cBhvr>
                                        <p:cTn id="8" dur="300" fill="hold"/>
                                        <p:tgtEl>
                                          <p:spTgt spid="7"/>
                                        </p:tgtEl>
                                        <p:attrNameLst>
                                          <p:attrName>ppt_h</p:attrName>
                                        </p:attrNameLst>
                                      </p:cBhvr>
                                      <p:tavLst>
                                        <p:tav tm="0">
                                          <p:val>
                                            <p:fltVal val="0"/>
                                          </p:val>
                                        </p:tav>
                                        <p:tav tm="100000">
                                          <p:val>
                                            <p:strVal val="#ppt_h"/>
                                          </p:val>
                                        </p:tav>
                                      </p:tavLst>
                                    </p:anim>
                                    <p:animEffect transition="in" filter="fade">
                                      <p:cBhvr>
                                        <p:cTn id="9" dur="300"/>
                                        <p:tgtEl>
                                          <p:spTgt spid="7"/>
                                        </p:tgtEl>
                                      </p:cBhvr>
                                    </p:animEffect>
                                  </p:childTnLst>
                                </p:cTn>
                              </p:par>
                            </p:childTnLst>
                          </p:cTn>
                        </p:par>
                        <p:par>
                          <p:cTn id="10" fill="hold">
                            <p:stCondLst>
                              <p:cond delay="300"/>
                            </p:stCondLst>
                            <p:childTnLst>
                              <p:par>
                                <p:cTn id="11" presetID="53" presetClass="entr" presetSubtype="16"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p:cTn id="13" dur="300" fill="hold"/>
                                        <p:tgtEl>
                                          <p:spTgt spid="12"/>
                                        </p:tgtEl>
                                        <p:attrNameLst>
                                          <p:attrName>ppt_w</p:attrName>
                                        </p:attrNameLst>
                                      </p:cBhvr>
                                      <p:tavLst>
                                        <p:tav tm="0">
                                          <p:val>
                                            <p:fltVal val="0"/>
                                          </p:val>
                                        </p:tav>
                                        <p:tav tm="100000">
                                          <p:val>
                                            <p:strVal val="#ppt_w"/>
                                          </p:val>
                                        </p:tav>
                                      </p:tavLst>
                                    </p:anim>
                                    <p:anim calcmode="lin" valueType="num">
                                      <p:cBhvr>
                                        <p:cTn id="14" dur="300" fill="hold"/>
                                        <p:tgtEl>
                                          <p:spTgt spid="12"/>
                                        </p:tgtEl>
                                        <p:attrNameLst>
                                          <p:attrName>ppt_h</p:attrName>
                                        </p:attrNameLst>
                                      </p:cBhvr>
                                      <p:tavLst>
                                        <p:tav tm="0">
                                          <p:val>
                                            <p:fltVal val="0"/>
                                          </p:val>
                                        </p:tav>
                                        <p:tav tm="100000">
                                          <p:val>
                                            <p:strVal val="#ppt_h"/>
                                          </p:val>
                                        </p:tav>
                                      </p:tavLst>
                                    </p:anim>
                                    <p:animEffect transition="in" filter="fade">
                                      <p:cBhvr>
                                        <p:cTn id="15" dur="300"/>
                                        <p:tgtEl>
                                          <p:spTgt spid="12"/>
                                        </p:tgtEl>
                                      </p:cBhvr>
                                    </p:animEffect>
                                  </p:childTnLst>
                                </p:cTn>
                              </p:par>
                            </p:childTnLst>
                          </p:cTn>
                        </p:par>
                        <p:par>
                          <p:cTn id="16" fill="hold">
                            <p:stCondLst>
                              <p:cond delay="600"/>
                            </p:stCondLst>
                            <p:childTnLst>
                              <p:par>
                                <p:cTn id="17" presetID="21" presetClass="entr" presetSubtype="1"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heel(1)">
                                      <p:cBhvr>
                                        <p:cTn id="19" dur="400"/>
                                        <p:tgtEl>
                                          <p:spTgt spid="11"/>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3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 grpId="0"/>
      <p:bldP spid="17" grpId="0"/>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兩項物件">
    <p:spTree>
      <p:nvGrpSpPr>
        <p:cNvPr id="1" name=""/>
        <p:cNvGrpSpPr/>
        <p:nvPr/>
      </p:nvGrpSpPr>
      <p:grpSpPr>
        <a:xfrm>
          <a:off x="0" y="0"/>
          <a:ext cx="0" cy="0"/>
          <a:chOff x="0" y="0"/>
          <a:chExt cx="0" cy="0"/>
        </a:xfrm>
      </p:grpSpPr>
      <p:cxnSp>
        <p:nvCxnSpPr>
          <p:cNvPr id="17" name="直線接點 16"/>
          <p:cNvCxnSpPr/>
          <p:nvPr userDrawn="1"/>
        </p:nvCxnSpPr>
        <p:spPr>
          <a:xfrm>
            <a:off x="407988" y="6416674"/>
            <a:ext cx="11376025" cy="0"/>
          </a:xfrm>
          <a:prstGeom prst="line">
            <a:avLst/>
          </a:prstGeom>
          <a:ln>
            <a:solidFill>
              <a:srgbClr val="A466D8"/>
            </a:solidFill>
          </a:ln>
        </p:spPr>
        <p:style>
          <a:lnRef idx="1">
            <a:schemeClr val="accent1"/>
          </a:lnRef>
          <a:fillRef idx="0">
            <a:schemeClr val="accent1"/>
          </a:fillRef>
          <a:effectRef idx="0">
            <a:schemeClr val="accent1"/>
          </a:effectRef>
          <a:fontRef idx="minor">
            <a:schemeClr val="tx1"/>
          </a:fontRef>
        </p:style>
      </p:cxnSp>
      <p:grpSp>
        <p:nvGrpSpPr>
          <p:cNvPr id="8" name="群組 7"/>
          <p:cNvGrpSpPr/>
          <p:nvPr userDrawn="1"/>
        </p:nvGrpSpPr>
        <p:grpSpPr>
          <a:xfrm>
            <a:off x="3939150" y="-2164275"/>
            <a:ext cx="11186550" cy="11186550"/>
            <a:chOff x="3988526" y="1321526"/>
            <a:chExt cx="4214949" cy="4214949"/>
          </a:xfrm>
        </p:grpSpPr>
        <p:sp>
          <p:nvSpPr>
            <p:cNvPr id="9" name="橢圓 8"/>
            <p:cNvSpPr/>
            <p:nvPr userDrawn="1"/>
          </p:nvSpPr>
          <p:spPr>
            <a:xfrm>
              <a:off x="3988526" y="1321526"/>
              <a:ext cx="4214949" cy="4214949"/>
            </a:xfrm>
            <a:prstGeom prst="ellipse">
              <a:avLst/>
            </a:prstGeom>
            <a:solidFill>
              <a:srgbClr val="FDD5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userDrawn="1"/>
          </p:nvSpPr>
          <p:spPr>
            <a:xfrm>
              <a:off x="4180114" y="1513114"/>
              <a:ext cx="3831772" cy="3831772"/>
            </a:xfrm>
            <a:prstGeom prst="ellipse">
              <a:avLst/>
            </a:prstGeom>
            <a:solidFill>
              <a:srgbClr val="FF999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5" name="文字方塊 14"/>
          <p:cNvSpPr txBox="1"/>
          <p:nvPr userDrawn="1"/>
        </p:nvSpPr>
        <p:spPr>
          <a:xfrm>
            <a:off x="11416605" y="6416674"/>
            <a:ext cx="367408" cy="276999"/>
          </a:xfrm>
          <a:prstGeom prst="rect">
            <a:avLst/>
          </a:prstGeom>
          <a:noFill/>
        </p:spPr>
        <p:txBody>
          <a:bodyPr wrap="none" rtlCol="0">
            <a:spAutoFit/>
          </a:bodyPr>
          <a:lstStyle/>
          <a:p>
            <a:fld id="{F8061B2C-6C14-4386-B8A0-FC3D00B49B88}" type="slidenum">
              <a:rPr lang="zh-TW" altLang="en-US" sz="1200" smtClean="0">
                <a:solidFill>
                  <a:srgbClr val="FFFFFF"/>
                </a:solidFill>
              </a:rPr>
              <a:t>‹#›</a:t>
            </a:fld>
            <a:endParaRPr lang="zh-TW" altLang="en-US" sz="1200" dirty="0">
              <a:solidFill>
                <a:srgbClr val="FFFFFF"/>
              </a:solidFill>
            </a:endParaRPr>
          </a:p>
        </p:txBody>
      </p:sp>
      <p:sp>
        <p:nvSpPr>
          <p:cNvPr id="18" name="圓角矩形 17"/>
          <p:cNvSpPr/>
          <p:nvPr userDrawn="1"/>
        </p:nvSpPr>
        <p:spPr>
          <a:xfrm>
            <a:off x="408143" y="1309637"/>
            <a:ext cx="11376025" cy="4897437"/>
          </a:xfrm>
          <a:prstGeom prst="roundRect">
            <a:avLst>
              <a:gd name="adj" fmla="val 3550"/>
            </a:avLst>
          </a:prstGeom>
          <a:solidFill>
            <a:srgbClr val="FFFFFF"/>
          </a:solidFill>
          <a:ln>
            <a:noFill/>
          </a:ln>
          <a:effectLst>
            <a:outerShdw blurRad="304800" sx="102000" sy="102000" algn="ctr" rotWithShape="0">
              <a:srgbClr val="FF9999">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甜甜圈 18"/>
          <p:cNvSpPr/>
          <p:nvPr userDrawn="1"/>
        </p:nvSpPr>
        <p:spPr>
          <a:xfrm>
            <a:off x="-1623873" y="-1252309"/>
            <a:ext cx="2561946" cy="2561946"/>
          </a:xfrm>
          <a:prstGeom prst="donut">
            <a:avLst>
              <a:gd name="adj" fmla="val 15772"/>
            </a:avLst>
          </a:prstGeom>
          <a:solidFill>
            <a:srgbClr val="FF9999">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nvGrpSpPr>
          <p:cNvPr id="23" name="群組 22"/>
          <p:cNvGrpSpPr/>
          <p:nvPr userDrawn="1"/>
        </p:nvGrpSpPr>
        <p:grpSpPr>
          <a:xfrm>
            <a:off x="408143" y="0"/>
            <a:ext cx="3483849" cy="1200329"/>
            <a:chOff x="408143" y="0"/>
            <a:chExt cx="3483849" cy="1200329"/>
          </a:xfrm>
        </p:grpSpPr>
        <p:sp>
          <p:nvSpPr>
            <p:cNvPr id="20" name="文字方塊 19"/>
            <p:cNvSpPr txBox="1"/>
            <p:nvPr userDrawn="1"/>
          </p:nvSpPr>
          <p:spPr>
            <a:xfrm>
              <a:off x="408143" y="0"/>
              <a:ext cx="1120820" cy="1200329"/>
            </a:xfrm>
            <a:prstGeom prst="rect">
              <a:avLst/>
            </a:prstGeom>
            <a:noFill/>
          </p:spPr>
          <p:txBody>
            <a:bodyPr wrap="none" rtlCol="0">
              <a:spAutoFit/>
            </a:bodyPr>
            <a:lstStyle/>
            <a:p>
              <a:r>
                <a:rPr lang="en-US" altLang="zh-TW" sz="7200" b="1" dirty="0" smtClean="0">
                  <a:solidFill>
                    <a:srgbClr val="FF9999"/>
                  </a:solidFill>
                </a:rPr>
                <a:t>06</a:t>
              </a:r>
              <a:endParaRPr lang="zh-TW" altLang="en-US" sz="7200" b="1" dirty="0">
                <a:solidFill>
                  <a:srgbClr val="FF9999"/>
                </a:solidFill>
              </a:endParaRPr>
            </a:p>
          </p:txBody>
        </p:sp>
        <p:sp>
          <p:nvSpPr>
            <p:cNvPr id="22" name="文字方塊 21"/>
            <p:cNvSpPr txBox="1"/>
            <p:nvPr userDrawn="1"/>
          </p:nvSpPr>
          <p:spPr>
            <a:xfrm>
              <a:off x="1390345" y="347936"/>
              <a:ext cx="2501647" cy="707886"/>
            </a:xfrm>
            <a:prstGeom prst="rect">
              <a:avLst/>
            </a:prstGeom>
            <a:noFill/>
          </p:spPr>
          <p:txBody>
            <a:bodyPr wrap="none" rtlCol="0">
              <a:spAutoFit/>
            </a:bodyPr>
            <a:lstStyle/>
            <a:p>
              <a:r>
                <a:rPr lang="en-US" altLang="zh-TW" sz="4000" b="1" dirty="0" smtClean="0">
                  <a:solidFill>
                    <a:srgbClr val="FF9999"/>
                  </a:solidFill>
                </a:rPr>
                <a:t>Question</a:t>
              </a:r>
              <a:r>
                <a:rPr lang="en-US" altLang="zh-TW" sz="4000" b="1" baseline="0" dirty="0" smtClean="0">
                  <a:solidFill>
                    <a:srgbClr val="FF9999"/>
                  </a:solidFill>
                </a:rPr>
                <a:t> 6</a:t>
              </a:r>
              <a:endParaRPr lang="en-US" altLang="zh-TW" sz="4000" b="1" dirty="0" smtClean="0">
                <a:solidFill>
                  <a:srgbClr val="FF9999"/>
                </a:solidFill>
              </a:endParaRPr>
            </a:p>
          </p:txBody>
        </p:sp>
      </p:grpSp>
      <p:sp>
        <p:nvSpPr>
          <p:cNvPr id="24" name="文字方塊 23"/>
          <p:cNvSpPr txBox="1"/>
          <p:nvPr userDrawn="1"/>
        </p:nvSpPr>
        <p:spPr>
          <a:xfrm>
            <a:off x="1434736" y="203429"/>
            <a:ext cx="724878" cy="276999"/>
          </a:xfrm>
          <a:prstGeom prst="rect">
            <a:avLst/>
          </a:prstGeom>
          <a:noFill/>
        </p:spPr>
        <p:txBody>
          <a:bodyPr wrap="none" rtlCol="0">
            <a:spAutoFit/>
          </a:bodyPr>
          <a:lstStyle/>
          <a:p>
            <a:r>
              <a:rPr lang="en-US" altLang="zh-TW" sz="1200" dirty="0" smtClean="0">
                <a:solidFill>
                  <a:schemeClr val="tx1">
                    <a:lumMod val="50000"/>
                    <a:lumOff val="50000"/>
                  </a:schemeClr>
                </a:solidFill>
              </a:rPr>
              <a:t>PART SIX</a:t>
            </a:r>
            <a:endParaRPr lang="zh-TW" altLang="en-US" sz="1200" dirty="0">
              <a:solidFill>
                <a:schemeClr val="tx1">
                  <a:lumMod val="50000"/>
                  <a:lumOff val="50000"/>
                </a:schemeClr>
              </a:solidFill>
            </a:endParaRPr>
          </a:p>
        </p:txBody>
      </p:sp>
    </p:spTree>
    <p:extLst>
      <p:ext uri="{BB962C8B-B14F-4D97-AF65-F5344CB8AC3E}">
        <p14:creationId xmlns:p14="http://schemas.microsoft.com/office/powerpoint/2010/main" val="315939058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章節標題">
    <p:spTree>
      <p:nvGrpSpPr>
        <p:cNvPr id="1" name=""/>
        <p:cNvGrpSpPr/>
        <p:nvPr/>
      </p:nvGrpSpPr>
      <p:grpSpPr>
        <a:xfrm>
          <a:off x="0" y="0"/>
          <a:ext cx="0" cy="0"/>
          <a:chOff x="0" y="0"/>
          <a:chExt cx="0" cy="0"/>
        </a:xfrm>
      </p:grpSpPr>
      <p:sp>
        <p:nvSpPr>
          <p:cNvPr id="11" name="甜甜圈 10"/>
          <p:cNvSpPr/>
          <p:nvPr userDrawn="1"/>
        </p:nvSpPr>
        <p:spPr>
          <a:xfrm>
            <a:off x="-2047875" y="-1676311"/>
            <a:ext cx="3409950" cy="3409950"/>
          </a:xfrm>
          <a:prstGeom prst="donut">
            <a:avLst>
              <a:gd name="adj" fmla="val 15772"/>
            </a:avLst>
          </a:prstGeom>
          <a:solidFill>
            <a:srgbClr val="0066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9999"/>
              </a:solidFill>
            </a:endParaRPr>
          </a:p>
        </p:txBody>
      </p:sp>
      <p:grpSp>
        <p:nvGrpSpPr>
          <p:cNvPr id="7" name="群組 6"/>
          <p:cNvGrpSpPr/>
          <p:nvPr userDrawn="1"/>
        </p:nvGrpSpPr>
        <p:grpSpPr>
          <a:xfrm>
            <a:off x="7692000" y="-4500000"/>
            <a:ext cx="9000000" cy="9000000"/>
            <a:chOff x="3988526" y="1321526"/>
            <a:chExt cx="4214949" cy="4214949"/>
          </a:xfrm>
        </p:grpSpPr>
        <p:sp>
          <p:nvSpPr>
            <p:cNvPr id="8" name="橢圓 7"/>
            <p:cNvSpPr/>
            <p:nvPr userDrawn="1"/>
          </p:nvSpPr>
          <p:spPr>
            <a:xfrm>
              <a:off x="3988526" y="1321526"/>
              <a:ext cx="4214949" cy="4214949"/>
            </a:xfrm>
            <a:prstGeom prst="ellipse">
              <a:avLst/>
            </a:prstGeom>
            <a:no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9999"/>
                </a:solidFill>
              </a:endParaRPr>
            </a:p>
          </p:txBody>
        </p:sp>
        <p:sp>
          <p:nvSpPr>
            <p:cNvPr id="9" name="橢圓 8"/>
            <p:cNvSpPr/>
            <p:nvPr userDrawn="1"/>
          </p:nvSpPr>
          <p:spPr>
            <a:xfrm>
              <a:off x="4180114" y="1513114"/>
              <a:ext cx="3831772" cy="3831772"/>
            </a:xfrm>
            <a:prstGeom prst="ellipse">
              <a:avLst/>
            </a:prstGeom>
            <a:solidFill>
              <a:srgbClr val="0066FF"/>
            </a:solidFill>
            <a:ln>
              <a:noFill/>
            </a:ln>
            <a:effectLst>
              <a:outerShdw blurRad="457200" sx="102000" sy="102000" algn="ctr" rotWithShape="0">
                <a:schemeClr val="accent5">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9999"/>
                </a:solidFill>
              </a:endParaRPr>
            </a:p>
          </p:txBody>
        </p:sp>
      </p:grpSp>
      <p:sp>
        <p:nvSpPr>
          <p:cNvPr id="10" name="文字方塊 9"/>
          <p:cNvSpPr txBox="1"/>
          <p:nvPr userDrawn="1"/>
        </p:nvSpPr>
        <p:spPr>
          <a:xfrm>
            <a:off x="407988" y="528548"/>
            <a:ext cx="3215752" cy="1200329"/>
          </a:xfrm>
          <a:prstGeom prst="rect">
            <a:avLst/>
          </a:prstGeom>
          <a:noFill/>
        </p:spPr>
        <p:txBody>
          <a:bodyPr wrap="none" rtlCol="0">
            <a:spAutoFit/>
          </a:bodyPr>
          <a:lstStyle/>
          <a:p>
            <a:r>
              <a:rPr lang="en-US" altLang="zh-TW" sz="7200" dirty="0" smtClean="0">
                <a:solidFill>
                  <a:schemeClr val="tx1">
                    <a:lumMod val="65000"/>
                    <a:lumOff val="35000"/>
                  </a:schemeClr>
                </a:solidFill>
              </a:rPr>
              <a:t>PART 07</a:t>
            </a:r>
            <a:endParaRPr lang="zh-TW" altLang="en-US" sz="7200" dirty="0">
              <a:solidFill>
                <a:schemeClr val="tx1">
                  <a:lumMod val="65000"/>
                  <a:lumOff val="35000"/>
                </a:schemeClr>
              </a:solidFill>
            </a:endParaRPr>
          </a:p>
        </p:txBody>
      </p:sp>
      <p:grpSp>
        <p:nvGrpSpPr>
          <p:cNvPr id="12" name="群組 11"/>
          <p:cNvGrpSpPr/>
          <p:nvPr userDrawn="1"/>
        </p:nvGrpSpPr>
        <p:grpSpPr>
          <a:xfrm>
            <a:off x="-2484136" y="4500000"/>
            <a:ext cx="9000000" cy="9000000"/>
            <a:chOff x="3988526" y="1321526"/>
            <a:chExt cx="4214949" cy="4214949"/>
          </a:xfrm>
        </p:grpSpPr>
        <p:sp>
          <p:nvSpPr>
            <p:cNvPr id="13" name="橢圓 12"/>
            <p:cNvSpPr/>
            <p:nvPr userDrawn="1"/>
          </p:nvSpPr>
          <p:spPr>
            <a:xfrm>
              <a:off x="3988526" y="1321526"/>
              <a:ext cx="4214949" cy="4214949"/>
            </a:xfrm>
            <a:prstGeom prst="ellipse">
              <a:avLst/>
            </a:prstGeom>
            <a:no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userDrawn="1"/>
          </p:nvSpPr>
          <p:spPr>
            <a:xfrm>
              <a:off x="4180114" y="1513114"/>
              <a:ext cx="3831772" cy="3831772"/>
            </a:xfrm>
            <a:prstGeom prst="ellipse">
              <a:avLst/>
            </a:prstGeom>
            <a:solidFill>
              <a:srgbClr val="0066FF"/>
            </a:solidFill>
            <a:ln>
              <a:solidFill>
                <a:srgbClr val="0066FF"/>
              </a:solidFill>
            </a:ln>
            <a:effectLst>
              <a:outerShdw blurRad="457200" sx="102000" sy="102000" algn="ctr" rotWithShape="0">
                <a:schemeClr val="accent5">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9999"/>
                </a:solidFill>
              </a:endParaRPr>
            </a:p>
          </p:txBody>
        </p:sp>
      </p:grpSp>
      <p:sp>
        <p:nvSpPr>
          <p:cNvPr id="17" name="矩形 16"/>
          <p:cNvSpPr/>
          <p:nvPr userDrawn="1"/>
        </p:nvSpPr>
        <p:spPr>
          <a:xfrm>
            <a:off x="421164" y="1671602"/>
            <a:ext cx="5567101" cy="1200329"/>
          </a:xfrm>
          <a:prstGeom prst="rect">
            <a:avLst/>
          </a:prstGeom>
        </p:spPr>
        <p:txBody>
          <a:bodyPr wrap="none">
            <a:spAutoFit/>
          </a:bodyPr>
          <a:lstStyle/>
          <a:p>
            <a:r>
              <a:rPr lang="en-US" altLang="zh-TW" sz="3600" b="1" dirty="0" smtClean="0">
                <a:solidFill>
                  <a:srgbClr val="0066FF"/>
                </a:solidFill>
              </a:rPr>
              <a:t>Can you paraphrase one key</a:t>
            </a:r>
          </a:p>
          <a:p>
            <a:r>
              <a:rPr lang="en-US" altLang="zh-TW" sz="3600" b="1" dirty="0" smtClean="0">
                <a:solidFill>
                  <a:srgbClr val="0066FF"/>
                </a:solidFill>
              </a:rPr>
              <a:t>sentence from the video?</a:t>
            </a:r>
            <a:endParaRPr lang="en-US" altLang="zh-TW" sz="4000" b="1" dirty="0" smtClean="0">
              <a:solidFill>
                <a:srgbClr val="0066FF"/>
              </a:solidFill>
            </a:endParaRPr>
          </a:p>
        </p:txBody>
      </p:sp>
    </p:spTree>
    <p:extLst>
      <p:ext uri="{BB962C8B-B14F-4D97-AF65-F5344CB8AC3E}">
        <p14:creationId xmlns:p14="http://schemas.microsoft.com/office/powerpoint/2010/main" val="36154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300" fill="hold"/>
                                        <p:tgtEl>
                                          <p:spTgt spid="7"/>
                                        </p:tgtEl>
                                        <p:attrNameLst>
                                          <p:attrName>ppt_w</p:attrName>
                                        </p:attrNameLst>
                                      </p:cBhvr>
                                      <p:tavLst>
                                        <p:tav tm="0">
                                          <p:val>
                                            <p:fltVal val="0"/>
                                          </p:val>
                                        </p:tav>
                                        <p:tav tm="100000">
                                          <p:val>
                                            <p:strVal val="#ppt_w"/>
                                          </p:val>
                                        </p:tav>
                                      </p:tavLst>
                                    </p:anim>
                                    <p:anim calcmode="lin" valueType="num">
                                      <p:cBhvr>
                                        <p:cTn id="8" dur="300" fill="hold"/>
                                        <p:tgtEl>
                                          <p:spTgt spid="7"/>
                                        </p:tgtEl>
                                        <p:attrNameLst>
                                          <p:attrName>ppt_h</p:attrName>
                                        </p:attrNameLst>
                                      </p:cBhvr>
                                      <p:tavLst>
                                        <p:tav tm="0">
                                          <p:val>
                                            <p:fltVal val="0"/>
                                          </p:val>
                                        </p:tav>
                                        <p:tav tm="100000">
                                          <p:val>
                                            <p:strVal val="#ppt_h"/>
                                          </p:val>
                                        </p:tav>
                                      </p:tavLst>
                                    </p:anim>
                                    <p:animEffect transition="in" filter="fade">
                                      <p:cBhvr>
                                        <p:cTn id="9" dur="300"/>
                                        <p:tgtEl>
                                          <p:spTgt spid="7"/>
                                        </p:tgtEl>
                                      </p:cBhvr>
                                    </p:animEffect>
                                  </p:childTnLst>
                                </p:cTn>
                              </p:par>
                            </p:childTnLst>
                          </p:cTn>
                        </p:par>
                        <p:par>
                          <p:cTn id="10" fill="hold">
                            <p:stCondLst>
                              <p:cond delay="300"/>
                            </p:stCondLst>
                            <p:childTnLst>
                              <p:par>
                                <p:cTn id="11" presetID="53" presetClass="entr" presetSubtype="16"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p:cTn id="13" dur="300" fill="hold"/>
                                        <p:tgtEl>
                                          <p:spTgt spid="12"/>
                                        </p:tgtEl>
                                        <p:attrNameLst>
                                          <p:attrName>ppt_w</p:attrName>
                                        </p:attrNameLst>
                                      </p:cBhvr>
                                      <p:tavLst>
                                        <p:tav tm="0">
                                          <p:val>
                                            <p:fltVal val="0"/>
                                          </p:val>
                                        </p:tav>
                                        <p:tav tm="100000">
                                          <p:val>
                                            <p:strVal val="#ppt_w"/>
                                          </p:val>
                                        </p:tav>
                                      </p:tavLst>
                                    </p:anim>
                                    <p:anim calcmode="lin" valueType="num">
                                      <p:cBhvr>
                                        <p:cTn id="14" dur="300" fill="hold"/>
                                        <p:tgtEl>
                                          <p:spTgt spid="12"/>
                                        </p:tgtEl>
                                        <p:attrNameLst>
                                          <p:attrName>ppt_h</p:attrName>
                                        </p:attrNameLst>
                                      </p:cBhvr>
                                      <p:tavLst>
                                        <p:tav tm="0">
                                          <p:val>
                                            <p:fltVal val="0"/>
                                          </p:val>
                                        </p:tav>
                                        <p:tav tm="100000">
                                          <p:val>
                                            <p:strVal val="#ppt_h"/>
                                          </p:val>
                                        </p:tav>
                                      </p:tavLst>
                                    </p:anim>
                                    <p:animEffect transition="in" filter="fade">
                                      <p:cBhvr>
                                        <p:cTn id="15" dur="300"/>
                                        <p:tgtEl>
                                          <p:spTgt spid="12"/>
                                        </p:tgtEl>
                                      </p:cBhvr>
                                    </p:animEffect>
                                  </p:childTnLst>
                                </p:cTn>
                              </p:par>
                            </p:childTnLst>
                          </p:cTn>
                        </p:par>
                        <p:par>
                          <p:cTn id="16" fill="hold">
                            <p:stCondLst>
                              <p:cond delay="600"/>
                            </p:stCondLst>
                            <p:childTnLst>
                              <p:par>
                                <p:cTn id="17" presetID="21" presetClass="entr" presetSubtype="1"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heel(1)">
                                      <p:cBhvr>
                                        <p:cTn id="19" dur="400"/>
                                        <p:tgtEl>
                                          <p:spTgt spid="11"/>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3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 grpId="0"/>
      <p:bldP spid="17"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兩項物件">
    <p:spTree>
      <p:nvGrpSpPr>
        <p:cNvPr id="1" name=""/>
        <p:cNvGrpSpPr/>
        <p:nvPr/>
      </p:nvGrpSpPr>
      <p:grpSpPr>
        <a:xfrm>
          <a:off x="0" y="0"/>
          <a:ext cx="0" cy="0"/>
          <a:chOff x="0" y="0"/>
          <a:chExt cx="0" cy="0"/>
        </a:xfrm>
      </p:grpSpPr>
      <p:cxnSp>
        <p:nvCxnSpPr>
          <p:cNvPr id="17" name="直線接點 16"/>
          <p:cNvCxnSpPr/>
          <p:nvPr userDrawn="1"/>
        </p:nvCxnSpPr>
        <p:spPr>
          <a:xfrm>
            <a:off x="407988" y="6416674"/>
            <a:ext cx="11376025" cy="0"/>
          </a:xfrm>
          <a:prstGeom prst="line">
            <a:avLst/>
          </a:prstGeom>
          <a:ln>
            <a:solidFill>
              <a:srgbClr val="A466D8"/>
            </a:solidFill>
          </a:ln>
        </p:spPr>
        <p:style>
          <a:lnRef idx="1">
            <a:schemeClr val="accent1"/>
          </a:lnRef>
          <a:fillRef idx="0">
            <a:schemeClr val="accent1"/>
          </a:fillRef>
          <a:effectRef idx="0">
            <a:schemeClr val="accent1"/>
          </a:effectRef>
          <a:fontRef idx="minor">
            <a:schemeClr val="tx1"/>
          </a:fontRef>
        </p:style>
      </p:cxnSp>
      <p:grpSp>
        <p:nvGrpSpPr>
          <p:cNvPr id="8" name="群組 7"/>
          <p:cNvGrpSpPr/>
          <p:nvPr userDrawn="1"/>
        </p:nvGrpSpPr>
        <p:grpSpPr>
          <a:xfrm>
            <a:off x="3939150" y="-2164275"/>
            <a:ext cx="11186550" cy="11186550"/>
            <a:chOff x="3988526" y="1321526"/>
            <a:chExt cx="4214949" cy="4214949"/>
          </a:xfrm>
        </p:grpSpPr>
        <p:sp>
          <p:nvSpPr>
            <p:cNvPr id="9" name="橢圓 8"/>
            <p:cNvSpPr/>
            <p:nvPr userDrawn="1"/>
          </p:nvSpPr>
          <p:spPr>
            <a:xfrm>
              <a:off x="3988526" y="1321526"/>
              <a:ext cx="4214949" cy="4214949"/>
            </a:xfrm>
            <a:prstGeom prst="ellipse">
              <a:avLst/>
            </a:prstGeom>
            <a:solidFill>
              <a:srgbClr val="CDED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userDrawn="1"/>
          </p:nvSpPr>
          <p:spPr>
            <a:xfrm>
              <a:off x="4180114" y="1513114"/>
              <a:ext cx="3831772" cy="3831772"/>
            </a:xfrm>
            <a:prstGeom prst="ellipse">
              <a:avLst/>
            </a:prstGeom>
            <a:solidFill>
              <a:srgbClr val="0066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5" name="文字方塊 14"/>
          <p:cNvSpPr txBox="1"/>
          <p:nvPr userDrawn="1"/>
        </p:nvSpPr>
        <p:spPr>
          <a:xfrm>
            <a:off x="11416605" y="6416674"/>
            <a:ext cx="367408" cy="276999"/>
          </a:xfrm>
          <a:prstGeom prst="rect">
            <a:avLst/>
          </a:prstGeom>
          <a:noFill/>
        </p:spPr>
        <p:txBody>
          <a:bodyPr wrap="none" rtlCol="0">
            <a:spAutoFit/>
          </a:bodyPr>
          <a:lstStyle/>
          <a:p>
            <a:fld id="{F8061B2C-6C14-4386-B8A0-FC3D00B49B88}" type="slidenum">
              <a:rPr lang="zh-TW" altLang="en-US" sz="1200" smtClean="0">
                <a:solidFill>
                  <a:srgbClr val="FFFFFF"/>
                </a:solidFill>
              </a:rPr>
              <a:t>‹#›</a:t>
            </a:fld>
            <a:endParaRPr lang="zh-TW" altLang="en-US" sz="1200" dirty="0">
              <a:solidFill>
                <a:srgbClr val="FFFFFF"/>
              </a:solidFill>
            </a:endParaRPr>
          </a:p>
        </p:txBody>
      </p:sp>
      <p:sp>
        <p:nvSpPr>
          <p:cNvPr id="18" name="圓角矩形 17"/>
          <p:cNvSpPr/>
          <p:nvPr userDrawn="1"/>
        </p:nvSpPr>
        <p:spPr>
          <a:xfrm>
            <a:off x="408143" y="1309637"/>
            <a:ext cx="11376025" cy="4897437"/>
          </a:xfrm>
          <a:prstGeom prst="roundRect">
            <a:avLst>
              <a:gd name="adj" fmla="val 3550"/>
            </a:avLst>
          </a:prstGeom>
          <a:solidFill>
            <a:srgbClr val="FFFFFF"/>
          </a:solidFill>
          <a:ln>
            <a:noFill/>
          </a:ln>
          <a:effectLst>
            <a:outerShdw blurRad="304800" sx="102000" sy="102000" algn="ctr" rotWithShape="0">
              <a:srgbClr val="0066FF">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甜甜圈 18"/>
          <p:cNvSpPr/>
          <p:nvPr userDrawn="1"/>
        </p:nvSpPr>
        <p:spPr>
          <a:xfrm>
            <a:off x="-1623873" y="-1252309"/>
            <a:ext cx="2561946" cy="2561946"/>
          </a:xfrm>
          <a:prstGeom prst="donut">
            <a:avLst>
              <a:gd name="adj" fmla="val 15772"/>
            </a:avLst>
          </a:prstGeom>
          <a:solidFill>
            <a:srgbClr val="0066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0066FF"/>
              </a:solidFill>
            </a:endParaRPr>
          </a:p>
        </p:txBody>
      </p:sp>
      <p:grpSp>
        <p:nvGrpSpPr>
          <p:cNvPr id="23" name="群組 22"/>
          <p:cNvGrpSpPr/>
          <p:nvPr userDrawn="1"/>
        </p:nvGrpSpPr>
        <p:grpSpPr>
          <a:xfrm>
            <a:off x="408143" y="0"/>
            <a:ext cx="3483849" cy="1200329"/>
            <a:chOff x="408143" y="0"/>
            <a:chExt cx="3483849" cy="1200329"/>
          </a:xfrm>
        </p:grpSpPr>
        <p:sp>
          <p:nvSpPr>
            <p:cNvPr id="20" name="文字方塊 19"/>
            <p:cNvSpPr txBox="1"/>
            <p:nvPr userDrawn="1"/>
          </p:nvSpPr>
          <p:spPr>
            <a:xfrm>
              <a:off x="408143" y="0"/>
              <a:ext cx="1120820" cy="1200329"/>
            </a:xfrm>
            <a:prstGeom prst="rect">
              <a:avLst/>
            </a:prstGeom>
            <a:noFill/>
          </p:spPr>
          <p:txBody>
            <a:bodyPr wrap="none" rtlCol="0">
              <a:spAutoFit/>
            </a:bodyPr>
            <a:lstStyle/>
            <a:p>
              <a:r>
                <a:rPr lang="en-US" altLang="zh-TW" sz="7200" b="1" dirty="0" smtClean="0">
                  <a:solidFill>
                    <a:srgbClr val="0066FF"/>
                  </a:solidFill>
                </a:rPr>
                <a:t>07</a:t>
              </a:r>
              <a:endParaRPr lang="zh-TW" altLang="en-US" sz="7200" b="1" dirty="0">
                <a:solidFill>
                  <a:srgbClr val="0066FF"/>
                </a:solidFill>
              </a:endParaRPr>
            </a:p>
          </p:txBody>
        </p:sp>
        <p:sp>
          <p:nvSpPr>
            <p:cNvPr id="22" name="文字方塊 21"/>
            <p:cNvSpPr txBox="1"/>
            <p:nvPr userDrawn="1"/>
          </p:nvSpPr>
          <p:spPr>
            <a:xfrm>
              <a:off x="1390345" y="347936"/>
              <a:ext cx="2501647" cy="707886"/>
            </a:xfrm>
            <a:prstGeom prst="rect">
              <a:avLst/>
            </a:prstGeom>
            <a:noFill/>
          </p:spPr>
          <p:txBody>
            <a:bodyPr wrap="none" rtlCol="0">
              <a:spAutoFit/>
            </a:bodyPr>
            <a:lstStyle/>
            <a:p>
              <a:r>
                <a:rPr lang="en-US" altLang="zh-TW" sz="4000" b="1" dirty="0" smtClean="0">
                  <a:solidFill>
                    <a:srgbClr val="0066FF"/>
                  </a:solidFill>
                </a:rPr>
                <a:t>Question</a:t>
              </a:r>
              <a:r>
                <a:rPr lang="en-US" altLang="zh-TW" sz="4000" b="1" baseline="0" dirty="0" smtClean="0">
                  <a:solidFill>
                    <a:srgbClr val="0066FF"/>
                  </a:solidFill>
                </a:rPr>
                <a:t> 7</a:t>
              </a:r>
              <a:endParaRPr lang="en-US" altLang="zh-TW" sz="4000" b="1" dirty="0" smtClean="0">
                <a:solidFill>
                  <a:srgbClr val="0066FF"/>
                </a:solidFill>
              </a:endParaRPr>
            </a:p>
          </p:txBody>
        </p:sp>
      </p:grpSp>
      <p:sp>
        <p:nvSpPr>
          <p:cNvPr id="24" name="文字方塊 23"/>
          <p:cNvSpPr txBox="1"/>
          <p:nvPr userDrawn="1"/>
        </p:nvSpPr>
        <p:spPr>
          <a:xfrm>
            <a:off x="1434736" y="203429"/>
            <a:ext cx="942887" cy="276999"/>
          </a:xfrm>
          <a:prstGeom prst="rect">
            <a:avLst/>
          </a:prstGeom>
          <a:noFill/>
        </p:spPr>
        <p:txBody>
          <a:bodyPr wrap="none" rtlCol="0">
            <a:spAutoFit/>
          </a:bodyPr>
          <a:lstStyle/>
          <a:p>
            <a:r>
              <a:rPr lang="en-US" altLang="zh-TW" sz="1200" dirty="0" smtClean="0">
                <a:solidFill>
                  <a:schemeClr val="tx1">
                    <a:lumMod val="50000"/>
                    <a:lumOff val="50000"/>
                  </a:schemeClr>
                </a:solidFill>
              </a:rPr>
              <a:t>PART SEVEN</a:t>
            </a:r>
            <a:endParaRPr lang="zh-TW" altLang="en-US" sz="1200" dirty="0">
              <a:solidFill>
                <a:schemeClr val="tx1">
                  <a:lumMod val="50000"/>
                  <a:lumOff val="50000"/>
                </a:schemeClr>
              </a:solidFill>
            </a:endParaRPr>
          </a:p>
        </p:txBody>
      </p:sp>
    </p:spTree>
    <p:extLst>
      <p:ext uri="{BB962C8B-B14F-4D97-AF65-F5344CB8AC3E}">
        <p14:creationId xmlns:p14="http://schemas.microsoft.com/office/powerpoint/2010/main" val="16885773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圖片 6"/>
          <p:cNvPicPr>
            <a:picLocks noChangeAspect="1"/>
          </p:cNvPicPr>
          <p:nvPr userDrawn="1"/>
        </p:nvPicPr>
        <p:blipFill rotWithShape="1">
          <a:blip r:embed="rId18" cstate="screen">
            <a:extLst>
              <a:ext uri="{28A0092B-C50C-407E-A947-70E740481C1C}">
                <a14:useLocalDpi xmlns:a14="http://schemas.microsoft.com/office/drawing/2010/main"/>
              </a:ext>
            </a:extLst>
          </a:blip>
          <a:srcRect/>
          <a:stretch/>
        </p:blipFill>
        <p:spPr>
          <a:xfrm>
            <a:off x="-4644572" y="1320799"/>
            <a:ext cx="4412343" cy="3682743"/>
          </a:xfrm>
          <a:prstGeom prst="rect">
            <a:avLst/>
          </a:prstGeom>
        </p:spPr>
      </p:pic>
    </p:spTree>
    <p:extLst>
      <p:ext uri="{BB962C8B-B14F-4D97-AF65-F5344CB8AC3E}">
        <p14:creationId xmlns:p14="http://schemas.microsoft.com/office/powerpoint/2010/main" val="39052269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 id="2147483670" r:id="rId15"/>
    <p:sldLayoutId id="2147483671" r:id="rId16"/>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橢圓 5"/>
          <p:cNvSpPr/>
          <p:nvPr/>
        </p:nvSpPr>
        <p:spPr>
          <a:xfrm>
            <a:off x="1647965" y="5061451"/>
            <a:ext cx="914400" cy="914400"/>
          </a:xfrm>
          <a:prstGeom prst="ellipse">
            <a:avLst/>
          </a:prstGeom>
          <a:gradFill flip="none" rotWithShape="1">
            <a:gsLst>
              <a:gs pos="0">
                <a:schemeClr val="bg1"/>
              </a:gs>
              <a:gs pos="100000">
                <a:schemeClr val="bg1">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文字方塊 4"/>
          <p:cNvSpPr txBox="1"/>
          <p:nvPr/>
        </p:nvSpPr>
        <p:spPr>
          <a:xfrm>
            <a:off x="2105165" y="4933876"/>
            <a:ext cx="7981673" cy="584775"/>
          </a:xfrm>
          <a:prstGeom prst="rect">
            <a:avLst/>
          </a:prstGeom>
          <a:noFill/>
        </p:spPr>
        <p:txBody>
          <a:bodyPr wrap="none" rtlCol="0">
            <a:spAutoFit/>
          </a:bodyPr>
          <a:lstStyle/>
          <a:p>
            <a:pPr algn="ctr"/>
            <a:r>
              <a:rPr lang="zh-TW" altLang="en-US" sz="3200" b="1" dirty="0">
                <a:solidFill>
                  <a:srgbClr val="FFFFFF"/>
                </a:solidFill>
                <a:effectLst>
                  <a:outerShdw blurRad="38100" dist="38100" dir="2700000" algn="tl">
                    <a:srgbClr val="000000">
                      <a:alpha val="43137"/>
                    </a:srgbClr>
                  </a:outerShdw>
                </a:effectLst>
              </a:rPr>
              <a:t>報告人</a:t>
            </a:r>
            <a:r>
              <a:rPr lang="zh-TW" altLang="en-US" sz="3200" b="1" dirty="0" smtClean="0">
                <a:solidFill>
                  <a:srgbClr val="FFFFFF"/>
                </a:solidFill>
                <a:effectLst>
                  <a:outerShdw blurRad="38100" dist="38100" dir="2700000" algn="tl">
                    <a:srgbClr val="000000">
                      <a:alpha val="43137"/>
                    </a:srgbClr>
                  </a:outerShdw>
                </a:effectLst>
              </a:rPr>
              <a:t>：康博勝、陳秉彥、陳宥儒、陳家旻</a:t>
            </a:r>
            <a:endParaRPr lang="zh-TW" altLang="en-US" sz="3200" b="1" dirty="0">
              <a:solidFill>
                <a:srgbClr val="FFFFFF"/>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582899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childTnLst>
                          </p:cTn>
                        </p:par>
                        <p:par>
                          <p:cTn id="8" fill="hold">
                            <p:stCondLst>
                              <p:cond delay="2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1000"/>
                                        <p:tgtEl>
                                          <p:spTgt spid="5"/>
                                        </p:tgtEl>
                                      </p:cBhvr>
                                    </p:animEffect>
                                  </p:childTnLst>
                                </p:cTn>
                              </p:par>
                              <p:par>
                                <p:cTn id="12" presetID="42" presetClass="path" presetSubtype="0" accel="50000" decel="50000" fill="hold" grpId="1" nodeType="withEffect">
                                  <p:stCondLst>
                                    <p:cond delay="0"/>
                                  </p:stCondLst>
                                  <p:childTnLst>
                                    <p:animMotion origin="layout" path="M 3.75E-6 3.7037E-7 L 0.64492 -0.00046 " pathEditMode="relative" rAng="0" ptsTypes="AA">
                                      <p:cBhvr>
                                        <p:cTn id="13" dur="1250" fill="hold"/>
                                        <p:tgtEl>
                                          <p:spTgt spid="6"/>
                                        </p:tgtEl>
                                        <p:attrNameLst>
                                          <p:attrName>ppt_x</p:attrName>
                                          <p:attrName>ppt_y</p:attrName>
                                        </p:attrNameLst>
                                      </p:cBhvr>
                                      <p:rCtr x="32240" y="-23"/>
                                    </p:animMotion>
                                  </p:childTnLst>
                                </p:cTn>
                              </p:par>
                              <p:par>
                                <p:cTn id="14" presetID="10" presetClass="exit" presetSubtype="0" fill="hold" grpId="2" nodeType="withEffect">
                                  <p:stCondLst>
                                    <p:cond delay="1250"/>
                                  </p:stCondLst>
                                  <p:childTnLst>
                                    <p:animEffect transition="out" filter="fade">
                                      <p:cBhvr>
                                        <p:cTn id="15" dur="200"/>
                                        <p:tgtEl>
                                          <p:spTgt spid="6"/>
                                        </p:tgtEl>
                                      </p:cBhvr>
                                    </p:animEffect>
                                    <p:set>
                                      <p:cBhvr>
                                        <p:cTn id="16" dur="1" fill="hold">
                                          <p:stCondLst>
                                            <p:cond delay="1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891161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圓角矩形 2"/>
          <p:cNvSpPr/>
          <p:nvPr/>
        </p:nvSpPr>
        <p:spPr>
          <a:xfrm>
            <a:off x="651829" y="3429000"/>
            <a:ext cx="1692537" cy="440635"/>
          </a:xfrm>
          <a:prstGeom prst="roundRect">
            <a:avLst>
              <a:gd name="adj" fmla="val 50000"/>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lumMod val="50000"/>
                    <a:lumOff val="50000"/>
                  </a:schemeClr>
                </a:solidFill>
              </a:rPr>
              <a:t>Question 1</a:t>
            </a:r>
            <a:endParaRPr lang="zh-TW" altLang="en-US" dirty="0">
              <a:solidFill>
                <a:schemeClr val="tx1">
                  <a:lumMod val="50000"/>
                  <a:lumOff val="50000"/>
                </a:schemeClr>
              </a:solidFill>
            </a:endParaRPr>
          </a:p>
        </p:txBody>
      </p:sp>
    </p:spTree>
    <p:extLst>
      <p:ext uri="{BB962C8B-B14F-4D97-AF65-F5344CB8AC3E}">
        <p14:creationId xmlns:p14="http://schemas.microsoft.com/office/powerpoint/2010/main" val="2494444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9597803" y="720423"/>
            <a:ext cx="2271391" cy="646331"/>
          </a:xfrm>
          <a:prstGeom prst="rect">
            <a:avLst/>
          </a:prstGeom>
        </p:spPr>
        <p:txBody>
          <a:bodyPr wrap="none">
            <a:spAutoFit/>
          </a:bodyPr>
          <a:lstStyle/>
          <a:p>
            <a:pPr algn="r"/>
            <a:r>
              <a:rPr lang="en-US" altLang="zh-TW" sz="3600" b="1" dirty="0" smtClean="0">
                <a:solidFill>
                  <a:srgbClr val="FFFFFF"/>
                </a:solidFill>
                <a:effectLst>
                  <a:outerShdw blurRad="38100" dist="38100" dir="2700000" algn="tl">
                    <a:srgbClr val="000000">
                      <a:alpha val="43137"/>
                    </a:srgbClr>
                  </a:outerShdw>
                </a:effectLst>
                <a:ea typeface="新細明體" pitchFamily="18" charset="-120"/>
              </a:rPr>
              <a:t>Question 1</a:t>
            </a:r>
            <a:endParaRPr lang="zh-TW" altLang="en-US" sz="3600" b="1" dirty="0">
              <a:solidFill>
                <a:srgbClr val="FFFFFF"/>
              </a:solidFill>
              <a:effectLst>
                <a:outerShdw blurRad="38100" dist="38100" dir="2700000" algn="tl">
                  <a:srgbClr val="000000">
                    <a:alpha val="43137"/>
                  </a:srgbClr>
                </a:outerShdw>
              </a:effectLst>
              <a:ea typeface="新細明體" pitchFamily="18" charset="-120"/>
            </a:endParaRPr>
          </a:p>
        </p:txBody>
      </p:sp>
      <p:sp>
        <p:nvSpPr>
          <p:cNvPr id="2" name="矩形 1"/>
          <p:cNvSpPr/>
          <p:nvPr/>
        </p:nvSpPr>
        <p:spPr>
          <a:xfrm>
            <a:off x="863600" y="2459504"/>
            <a:ext cx="10464800" cy="1938992"/>
          </a:xfrm>
          <a:prstGeom prst="rect">
            <a:avLst/>
          </a:prstGeom>
        </p:spPr>
        <p:txBody>
          <a:bodyPr wrap="square">
            <a:spAutoFit/>
          </a:bodyPr>
          <a:lstStyle/>
          <a:p>
            <a:r>
              <a:rPr lang="en-US" altLang="zh-TW" sz="2400" dirty="0"/>
              <a:t>The main purpose of the video is to explain what an API (Application Programming Interface) is in a simple and accessible way. It uses an everyday analogy — a waiter in a restaurant — to help viewers understand how APIs allow different software systems to communicate with each other. The video also emphasizes the practical importance of APIs in modern digital life.</a:t>
            </a:r>
            <a:endParaRPr lang="zh-TW" altLang="en-US" sz="2400" dirty="0"/>
          </a:p>
        </p:txBody>
      </p:sp>
    </p:spTree>
    <p:extLst>
      <p:ext uri="{BB962C8B-B14F-4D97-AF65-F5344CB8AC3E}">
        <p14:creationId xmlns:p14="http://schemas.microsoft.com/office/powerpoint/2010/main" val="1774477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圓角矩形 2"/>
          <p:cNvSpPr/>
          <p:nvPr/>
        </p:nvSpPr>
        <p:spPr>
          <a:xfrm>
            <a:off x="651829" y="3429000"/>
            <a:ext cx="1692537" cy="440635"/>
          </a:xfrm>
          <a:prstGeom prst="roundRect">
            <a:avLst>
              <a:gd name="adj" fmla="val 50000"/>
            </a:avLst>
          </a:prstGeom>
          <a:solidFill>
            <a:srgbClr val="FFFFFF"/>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lumMod val="50000"/>
                    <a:lumOff val="50000"/>
                  </a:schemeClr>
                </a:solidFill>
              </a:rPr>
              <a:t>Question 2</a:t>
            </a:r>
            <a:endParaRPr lang="zh-TW" altLang="en-US" dirty="0">
              <a:solidFill>
                <a:schemeClr val="tx1">
                  <a:lumMod val="50000"/>
                  <a:lumOff val="50000"/>
                </a:schemeClr>
              </a:solidFill>
            </a:endParaRPr>
          </a:p>
        </p:txBody>
      </p:sp>
    </p:spTree>
    <p:extLst>
      <p:ext uri="{BB962C8B-B14F-4D97-AF65-F5344CB8AC3E}">
        <p14:creationId xmlns:p14="http://schemas.microsoft.com/office/powerpoint/2010/main" val="2667425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583461" y="1721014"/>
            <a:ext cx="11025079"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altLang="zh-TW" sz="2400" dirty="0"/>
              <a:t>The video includes several technical terms and compound nouns, such as:</a:t>
            </a:r>
          </a:p>
          <a:p>
            <a:pPr marL="342900" indent="-342900">
              <a:buFont typeface="Wingdings" pitchFamily="2" charset="2"/>
              <a:buChar char="Ø"/>
            </a:pPr>
            <a:r>
              <a:rPr lang="en-US" altLang="zh-TW" sz="2400" b="1" dirty="0"/>
              <a:t>API</a:t>
            </a:r>
            <a:r>
              <a:rPr lang="en-US" altLang="zh-TW" sz="2400" dirty="0"/>
              <a:t> (Application Programming Interface)</a:t>
            </a:r>
          </a:p>
          <a:p>
            <a:pPr marL="342900" indent="-342900">
              <a:buFont typeface="Wingdings" pitchFamily="2" charset="2"/>
              <a:buChar char="Ø"/>
            </a:pPr>
            <a:r>
              <a:rPr lang="en-US" altLang="zh-TW" sz="2400" b="1" dirty="0"/>
              <a:t>Software systems</a:t>
            </a:r>
            <a:endParaRPr lang="en-US" altLang="zh-TW" sz="2400" dirty="0"/>
          </a:p>
          <a:p>
            <a:pPr marL="342900" indent="-342900">
              <a:buFont typeface="Wingdings" pitchFamily="2" charset="2"/>
              <a:buChar char="Ø"/>
            </a:pPr>
            <a:r>
              <a:rPr lang="en-US" altLang="zh-TW" sz="2400" b="1" dirty="0"/>
              <a:t>Data and functionality</a:t>
            </a:r>
            <a:endParaRPr lang="en-US" altLang="zh-TW" sz="2400" dirty="0"/>
          </a:p>
          <a:p>
            <a:pPr marL="342900" indent="-342900">
              <a:buFont typeface="Wingdings" pitchFamily="2" charset="2"/>
              <a:buChar char="Ø"/>
            </a:pPr>
            <a:r>
              <a:rPr lang="en-US" altLang="zh-TW" sz="2400" b="1" dirty="0"/>
              <a:t>Consistent format</a:t>
            </a:r>
            <a:endParaRPr lang="en-US" altLang="zh-TW" sz="2400" dirty="0"/>
          </a:p>
          <a:p>
            <a:pPr marL="342900" indent="-342900">
              <a:buFont typeface="Wingdings" pitchFamily="2" charset="2"/>
              <a:buChar char="Ø"/>
            </a:pPr>
            <a:r>
              <a:rPr lang="en-US" altLang="zh-TW" sz="2400" b="1" dirty="0"/>
              <a:t>Weather service</a:t>
            </a:r>
            <a:endParaRPr lang="en-US" altLang="zh-TW" sz="2400" dirty="0"/>
          </a:p>
          <a:p>
            <a:pPr marL="342900" indent="-342900">
              <a:buFont typeface="Wingdings" pitchFamily="2" charset="2"/>
              <a:buChar char="Ø"/>
            </a:pPr>
            <a:r>
              <a:rPr lang="en-US" altLang="zh-TW" sz="2400" b="1" dirty="0"/>
              <a:t>Payment processing</a:t>
            </a:r>
            <a:endParaRPr lang="en-US" altLang="zh-TW" sz="2400" dirty="0"/>
          </a:p>
          <a:p>
            <a:pPr marL="342900" indent="-342900">
              <a:buFont typeface="Wingdings" pitchFamily="2" charset="2"/>
              <a:buChar char="Ø"/>
            </a:pPr>
            <a:r>
              <a:rPr lang="en-US" altLang="zh-TW" sz="2400" b="1" dirty="0"/>
              <a:t>Social media integration</a:t>
            </a:r>
            <a:endParaRPr lang="en-US" altLang="zh-TW" sz="2400" dirty="0"/>
          </a:p>
          <a:p>
            <a:pPr marL="342900" indent="-342900">
              <a:buFont typeface="Wingdings" pitchFamily="2" charset="2"/>
              <a:buChar char="Ø"/>
            </a:pPr>
            <a:r>
              <a:rPr lang="en-US" altLang="zh-TW" sz="2400" b="1" dirty="0"/>
              <a:t>Travel booking</a:t>
            </a:r>
            <a:endParaRPr lang="en-US" altLang="zh-TW" sz="2400" dirty="0"/>
          </a:p>
          <a:p>
            <a:pPr marL="342900" indent="-342900">
              <a:buFont typeface="Wingdings" pitchFamily="2" charset="2"/>
              <a:buChar char="Ø"/>
            </a:pPr>
            <a:r>
              <a:rPr lang="en-US" altLang="zh-TW" sz="2400" b="1" dirty="0"/>
              <a:t>User </a:t>
            </a:r>
            <a:r>
              <a:rPr lang="en-US" altLang="zh-TW" sz="2400" b="1" dirty="0" smtClean="0"/>
              <a:t>authentication</a:t>
            </a:r>
            <a:endParaRPr lang="en-US" altLang="zh-TW" sz="2400" dirty="0"/>
          </a:p>
        </p:txBody>
      </p:sp>
      <p:sp>
        <p:nvSpPr>
          <p:cNvPr id="4" name="矩形 3"/>
          <p:cNvSpPr/>
          <p:nvPr/>
        </p:nvSpPr>
        <p:spPr>
          <a:xfrm>
            <a:off x="9597803" y="720423"/>
            <a:ext cx="2271391" cy="646331"/>
          </a:xfrm>
          <a:prstGeom prst="rect">
            <a:avLst/>
          </a:prstGeom>
        </p:spPr>
        <p:txBody>
          <a:bodyPr wrap="none">
            <a:spAutoFit/>
          </a:bodyPr>
          <a:lstStyle/>
          <a:p>
            <a:pPr algn="r"/>
            <a:r>
              <a:rPr lang="en-US" altLang="zh-TW" sz="3600" b="1" dirty="0" smtClean="0">
                <a:solidFill>
                  <a:srgbClr val="FFFFFF"/>
                </a:solidFill>
                <a:effectLst>
                  <a:outerShdw blurRad="38100" dist="38100" dir="2700000" algn="tl">
                    <a:srgbClr val="000000">
                      <a:alpha val="43137"/>
                    </a:srgbClr>
                  </a:outerShdw>
                </a:effectLst>
                <a:ea typeface="新細明體" pitchFamily="18" charset="-120"/>
              </a:rPr>
              <a:t>Question 2</a:t>
            </a:r>
            <a:endParaRPr lang="zh-TW" altLang="en-US" sz="3600" b="1" dirty="0">
              <a:solidFill>
                <a:srgbClr val="FFFFFF"/>
              </a:solidFill>
              <a:effectLst>
                <a:outerShdw blurRad="38100" dist="38100" dir="2700000" algn="tl">
                  <a:srgbClr val="000000">
                    <a:alpha val="43137"/>
                  </a:srgbClr>
                </a:outerShdw>
              </a:effectLst>
              <a:ea typeface="新細明體" pitchFamily="18" charset="-120"/>
            </a:endParaRPr>
          </a:p>
        </p:txBody>
      </p:sp>
    </p:spTree>
    <p:extLst>
      <p:ext uri="{BB962C8B-B14F-4D97-AF65-F5344CB8AC3E}">
        <p14:creationId xmlns:p14="http://schemas.microsoft.com/office/powerpoint/2010/main" val="3878609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圓角矩形 2"/>
          <p:cNvSpPr/>
          <p:nvPr/>
        </p:nvSpPr>
        <p:spPr>
          <a:xfrm>
            <a:off x="651829" y="3429000"/>
            <a:ext cx="1692537" cy="440635"/>
          </a:xfrm>
          <a:prstGeom prst="roundRect">
            <a:avLst>
              <a:gd name="adj" fmla="val 50000"/>
            </a:avLst>
          </a:prstGeom>
          <a:solidFill>
            <a:srgbClr val="FFFFFF"/>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lumMod val="50000"/>
                    <a:lumOff val="50000"/>
                  </a:schemeClr>
                </a:solidFill>
              </a:rPr>
              <a:t>Question 3</a:t>
            </a:r>
            <a:endParaRPr lang="zh-TW" altLang="en-US" dirty="0">
              <a:solidFill>
                <a:schemeClr val="tx1">
                  <a:lumMod val="50000"/>
                  <a:lumOff val="50000"/>
                </a:schemeClr>
              </a:solidFill>
            </a:endParaRPr>
          </a:p>
        </p:txBody>
      </p:sp>
    </p:spTree>
    <p:extLst>
      <p:ext uri="{BB962C8B-B14F-4D97-AF65-F5344CB8AC3E}">
        <p14:creationId xmlns:p14="http://schemas.microsoft.com/office/powerpoint/2010/main" val="851752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11200" y="2644170"/>
            <a:ext cx="10769600" cy="1569660"/>
          </a:xfrm>
          <a:prstGeom prst="rect">
            <a:avLst/>
          </a:prstGeom>
        </p:spPr>
        <p:txBody>
          <a:bodyPr wrap="square">
            <a:spAutoFit/>
          </a:bodyPr>
          <a:lstStyle/>
          <a:p>
            <a:r>
              <a:rPr lang="en-US" altLang="zh-TW" sz="2400" dirty="0"/>
              <a:t>Yes, the speaker used passive voice in several places. Here are examples:</a:t>
            </a:r>
          </a:p>
          <a:p>
            <a:r>
              <a:rPr lang="en-US" altLang="zh-TW" sz="2400" i="1" dirty="0"/>
              <a:t>“An API is a set of rules that allows programs to talk to each other…”</a:t>
            </a:r>
            <a:endParaRPr lang="en-US" altLang="zh-TW" sz="2400" dirty="0"/>
          </a:p>
          <a:p>
            <a:r>
              <a:rPr lang="en-US" altLang="zh-TW" sz="2400" i="1" dirty="0"/>
              <a:t>“Data and functionality [are] exposed across the internet…”</a:t>
            </a:r>
            <a:endParaRPr lang="en-US" altLang="zh-TW" sz="2400" dirty="0"/>
          </a:p>
          <a:p>
            <a:r>
              <a:rPr lang="en-US" altLang="zh-TW" sz="2400" i="1" dirty="0"/>
              <a:t>“The kitchen is the system that processes your request and returns the result</a:t>
            </a:r>
            <a:r>
              <a:rPr lang="en-US" altLang="zh-TW" sz="2400" i="1" dirty="0" smtClean="0"/>
              <a:t>.”</a:t>
            </a:r>
            <a:endParaRPr lang="en-US" altLang="zh-TW" sz="2400" dirty="0"/>
          </a:p>
        </p:txBody>
      </p:sp>
      <p:sp>
        <p:nvSpPr>
          <p:cNvPr id="5" name="矩形 4"/>
          <p:cNvSpPr/>
          <p:nvPr/>
        </p:nvSpPr>
        <p:spPr>
          <a:xfrm>
            <a:off x="9597803" y="720423"/>
            <a:ext cx="2271391" cy="646331"/>
          </a:xfrm>
          <a:prstGeom prst="rect">
            <a:avLst/>
          </a:prstGeom>
        </p:spPr>
        <p:txBody>
          <a:bodyPr wrap="none">
            <a:spAutoFit/>
          </a:bodyPr>
          <a:lstStyle/>
          <a:p>
            <a:pPr algn="r"/>
            <a:r>
              <a:rPr lang="en-US" altLang="zh-TW" sz="3600" b="1" dirty="0" smtClean="0">
                <a:solidFill>
                  <a:srgbClr val="FFFFFF"/>
                </a:solidFill>
                <a:effectLst>
                  <a:outerShdw blurRad="38100" dist="38100" dir="2700000" algn="tl">
                    <a:srgbClr val="000000">
                      <a:alpha val="43137"/>
                    </a:srgbClr>
                  </a:outerShdw>
                </a:effectLst>
                <a:ea typeface="新細明體" pitchFamily="18" charset="-120"/>
              </a:rPr>
              <a:t>Question 3</a:t>
            </a:r>
            <a:endParaRPr lang="zh-TW" altLang="en-US" sz="3600" b="1" dirty="0">
              <a:solidFill>
                <a:srgbClr val="FFFFFF"/>
              </a:solidFill>
              <a:effectLst>
                <a:outerShdw blurRad="38100" dist="38100" dir="2700000" algn="tl">
                  <a:srgbClr val="000000">
                    <a:alpha val="43137"/>
                  </a:srgbClr>
                </a:outerShdw>
              </a:effectLst>
              <a:ea typeface="新細明體" pitchFamily="18" charset="-120"/>
            </a:endParaRPr>
          </a:p>
        </p:txBody>
      </p:sp>
    </p:spTree>
    <p:extLst>
      <p:ext uri="{BB962C8B-B14F-4D97-AF65-F5344CB8AC3E}">
        <p14:creationId xmlns:p14="http://schemas.microsoft.com/office/powerpoint/2010/main" val="3212578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圓角矩形 2"/>
          <p:cNvSpPr/>
          <p:nvPr/>
        </p:nvSpPr>
        <p:spPr>
          <a:xfrm>
            <a:off x="651829" y="3429000"/>
            <a:ext cx="1692537" cy="440635"/>
          </a:xfrm>
          <a:prstGeom prst="roundRect">
            <a:avLst>
              <a:gd name="adj" fmla="val 50000"/>
            </a:avLst>
          </a:prstGeom>
          <a:solidFill>
            <a:srgbClr val="FFFFFF"/>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lumMod val="50000"/>
                    <a:lumOff val="50000"/>
                  </a:schemeClr>
                </a:solidFill>
              </a:rPr>
              <a:t>Question 4</a:t>
            </a:r>
            <a:endParaRPr lang="zh-TW" altLang="en-US" dirty="0">
              <a:solidFill>
                <a:schemeClr val="tx1">
                  <a:lumMod val="50000"/>
                  <a:lumOff val="50000"/>
                </a:schemeClr>
              </a:solidFill>
            </a:endParaRPr>
          </a:p>
        </p:txBody>
      </p:sp>
    </p:spTree>
    <p:extLst>
      <p:ext uri="{BB962C8B-B14F-4D97-AF65-F5344CB8AC3E}">
        <p14:creationId xmlns:p14="http://schemas.microsoft.com/office/powerpoint/2010/main" val="2851125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92480" y="2459504"/>
            <a:ext cx="10607040" cy="1938992"/>
          </a:xfrm>
          <a:prstGeom prst="rect">
            <a:avLst/>
          </a:prstGeom>
        </p:spPr>
        <p:txBody>
          <a:bodyPr wrap="square">
            <a:spAutoFit/>
          </a:bodyPr>
          <a:lstStyle/>
          <a:p>
            <a:r>
              <a:rPr lang="en-US" altLang="zh-TW" sz="2400" dirty="0"/>
              <a:t>If this were a technical documentation page, I would skim or scan the following:</a:t>
            </a:r>
          </a:p>
          <a:p>
            <a:pPr marL="342900" indent="-342900">
              <a:buFont typeface="Wingdings" pitchFamily="2" charset="2"/>
              <a:buChar char="Ø"/>
            </a:pPr>
            <a:r>
              <a:rPr lang="en-US" altLang="zh-TW" sz="2400" b="1" dirty="0"/>
              <a:t>The definition of API</a:t>
            </a:r>
            <a:r>
              <a:rPr lang="en-US" altLang="zh-TW" sz="2400" dirty="0"/>
              <a:t> (appears at the beginning)</a:t>
            </a:r>
          </a:p>
          <a:p>
            <a:pPr marL="342900" indent="-342900">
              <a:buFont typeface="Wingdings" pitchFamily="2" charset="2"/>
              <a:buChar char="Ø"/>
            </a:pPr>
            <a:r>
              <a:rPr lang="en-US" altLang="zh-TW" sz="2400" b="1" dirty="0"/>
              <a:t>The analogy section</a:t>
            </a:r>
            <a:r>
              <a:rPr lang="en-US" altLang="zh-TW" sz="2400" dirty="0"/>
              <a:t> (waiter and restaurant explanation)</a:t>
            </a:r>
          </a:p>
          <a:p>
            <a:pPr marL="342900" indent="-342900">
              <a:buFont typeface="Wingdings" pitchFamily="2" charset="2"/>
              <a:buChar char="Ø"/>
            </a:pPr>
            <a:r>
              <a:rPr lang="en-US" altLang="zh-TW" sz="2400" b="1" dirty="0"/>
              <a:t>Use cases and examples</a:t>
            </a:r>
            <a:r>
              <a:rPr lang="en-US" altLang="zh-TW" sz="2400" dirty="0"/>
              <a:t> (weather apps, social login, payment systems)</a:t>
            </a:r>
          </a:p>
          <a:p>
            <a:pPr marL="342900" indent="-342900">
              <a:buFont typeface="Wingdings" pitchFamily="2" charset="2"/>
              <a:buChar char="Ø"/>
            </a:pPr>
            <a:r>
              <a:rPr lang="en-US" altLang="zh-TW" sz="2400" b="1" dirty="0"/>
              <a:t>Conclusion or </a:t>
            </a:r>
            <a:r>
              <a:rPr lang="en-US" altLang="zh-TW" sz="2400" b="1" dirty="0" smtClean="0"/>
              <a:t>summary</a:t>
            </a:r>
            <a:endParaRPr lang="en-US" altLang="zh-TW" sz="2400" dirty="0"/>
          </a:p>
        </p:txBody>
      </p:sp>
      <p:sp>
        <p:nvSpPr>
          <p:cNvPr id="4" name="矩形 3"/>
          <p:cNvSpPr/>
          <p:nvPr/>
        </p:nvSpPr>
        <p:spPr>
          <a:xfrm>
            <a:off x="9597803" y="720423"/>
            <a:ext cx="2271391" cy="646331"/>
          </a:xfrm>
          <a:prstGeom prst="rect">
            <a:avLst/>
          </a:prstGeom>
        </p:spPr>
        <p:txBody>
          <a:bodyPr wrap="none">
            <a:spAutoFit/>
          </a:bodyPr>
          <a:lstStyle/>
          <a:p>
            <a:pPr algn="r"/>
            <a:r>
              <a:rPr lang="en-US" altLang="zh-TW" sz="3600" b="1" dirty="0" smtClean="0">
                <a:solidFill>
                  <a:srgbClr val="FFFFFF"/>
                </a:solidFill>
                <a:effectLst>
                  <a:outerShdw blurRad="38100" dist="38100" dir="2700000" algn="tl">
                    <a:srgbClr val="000000">
                      <a:alpha val="43137"/>
                    </a:srgbClr>
                  </a:outerShdw>
                </a:effectLst>
                <a:ea typeface="新細明體" pitchFamily="18" charset="-120"/>
              </a:rPr>
              <a:t>Question 4</a:t>
            </a:r>
            <a:endParaRPr lang="zh-TW" altLang="en-US" sz="3600" b="1" dirty="0">
              <a:solidFill>
                <a:srgbClr val="FFFFFF"/>
              </a:solidFill>
              <a:effectLst>
                <a:outerShdw blurRad="38100" dist="38100" dir="2700000" algn="tl">
                  <a:srgbClr val="000000">
                    <a:alpha val="43137"/>
                  </a:srgbClr>
                </a:outerShdw>
              </a:effectLst>
              <a:ea typeface="新細明體" pitchFamily="18" charset="-120"/>
            </a:endParaRPr>
          </a:p>
        </p:txBody>
      </p:sp>
    </p:spTree>
    <p:extLst>
      <p:ext uri="{BB962C8B-B14F-4D97-AF65-F5344CB8AC3E}">
        <p14:creationId xmlns:p14="http://schemas.microsoft.com/office/powerpoint/2010/main" val="3593352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圓角矩形 1"/>
          <p:cNvSpPr/>
          <p:nvPr/>
        </p:nvSpPr>
        <p:spPr>
          <a:xfrm>
            <a:off x="651829" y="3429000"/>
            <a:ext cx="1692537" cy="440635"/>
          </a:xfrm>
          <a:prstGeom prst="roundRect">
            <a:avLst>
              <a:gd name="adj" fmla="val 50000"/>
            </a:avLst>
          </a:prstGeom>
          <a:solidFill>
            <a:srgbClr val="FFFFFF"/>
          </a:solidFill>
          <a:ln>
            <a:solidFill>
              <a:srgbClr val="A466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lumMod val="50000"/>
                    <a:lumOff val="50000"/>
                  </a:schemeClr>
                </a:solidFill>
              </a:rPr>
              <a:t>Question 5</a:t>
            </a:r>
            <a:endParaRPr lang="zh-TW" altLang="en-US" dirty="0">
              <a:solidFill>
                <a:schemeClr val="tx1">
                  <a:lumMod val="50000"/>
                  <a:lumOff val="50000"/>
                </a:schemeClr>
              </a:solidFill>
            </a:endParaRPr>
          </a:p>
        </p:txBody>
      </p:sp>
    </p:spTree>
    <p:extLst>
      <p:ext uri="{BB962C8B-B14F-4D97-AF65-F5344CB8AC3E}">
        <p14:creationId xmlns:p14="http://schemas.microsoft.com/office/powerpoint/2010/main" val="3754618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597803" y="720423"/>
            <a:ext cx="2271391" cy="646331"/>
          </a:xfrm>
          <a:prstGeom prst="rect">
            <a:avLst/>
          </a:prstGeom>
        </p:spPr>
        <p:txBody>
          <a:bodyPr wrap="none">
            <a:spAutoFit/>
          </a:bodyPr>
          <a:lstStyle/>
          <a:p>
            <a:pPr algn="r"/>
            <a:r>
              <a:rPr lang="en-US" altLang="zh-TW" sz="3600" b="1" dirty="0" smtClean="0">
                <a:solidFill>
                  <a:srgbClr val="FFFFFF"/>
                </a:solidFill>
                <a:effectLst>
                  <a:outerShdw blurRad="38100" dist="38100" dir="2700000" algn="tl">
                    <a:srgbClr val="000000">
                      <a:alpha val="43137"/>
                    </a:srgbClr>
                  </a:outerShdw>
                </a:effectLst>
                <a:ea typeface="新細明體" pitchFamily="18" charset="-120"/>
              </a:rPr>
              <a:t>Question 5</a:t>
            </a:r>
            <a:endParaRPr lang="zh-TW" altLang="en-US" sz="3600" b="1" dirty="0">
              <a:solidFill>
                <a:srgbClr val="FFFFFF"/>
              </a:solidFill>
              <a:effectLst>
                <a:outerShdw blurRad="38100" dist="38100" dir="2700000" algn="tl">
                  <a:srgbClr val="000000">
                    <a:alpha val="43137"/>
                  </a:srgbClr>
                </a:outerShdw>
              </a:effectLst>
              <a:ea typeface="新細明體" pitchFamily="18" charset="-120"/>
            </a:endParaRPr>
          </a:p>
        </p:txBody>
      </p:sp>
      <p:sp>
        <p:nvSpPr>
          <p:cNvPr id="3" name="矩形 2"/>
          <p:cNvSpPr/>
          <p:nvPr/>
        </p:nvSpPr>
        <p:spPr>
          <a:xfrm>
            <a:off x="792480" y="2151728"/>
            <a:ext cx="10607040" cy="2677656"/>
          </a:xfrm>
          <a:prstGeom prst="rect">
            <a:avLst/>
          </a:prstGeom>
        </p:spPr>
        <p:txBody>
          <a:bodyPr wrap="square">
            <a:spAutoFit/>
          </a:bodyPr>
          <a:lstStyle/>
          <a:p>
            <a:r>
              <a:rPr lang="en-US" altLang="zh-TW" sz="2800" dirty="0"/>
              <a:t>Original:</a:t>
            </a:r>
            <a:br>
              <a:rPr lang="en-US" altLang="zh-TW" sz="2800" dirty="0"/>
            </a:br>
            <a:r>
              <a:rPr lang="en-US" altLang="zh-TW" sz="2800" i="1" dirty="0"/>
              <a:t>"Think of an API like a waiter at a restaurant."</a:t>
            </a:r>
            <a:endParaRPr lang="en-US" altLang="zh-TW" sz="2800" dirty="0"/>
          </a:p>
          <a:p>
            <a:r>
              <a:rPr lang="en-US" altLang="zh-TW" sz="2800" dirty="0"/>
              <a:t>Paraphrased:</a:t>
            </a:r>
            <a:br>
              <a:rPr lang="en-US" altLang="zh-TW" sz="2800" dirty="0"/>
            </a:br>
            <a:r>
              <a:rPr lang="en-US" altLang="zh-TW" sz="2800" i="1" dirty="0"/>
              <a:t>You can understand an API as a middleman that carries your request to a system and returns the result to you, just like a waiter does in a restaurant.</a:t>
            </a:r>
            <a:endParaRPr lang="en-US" altLang="zh-TW" sz="2800" dirty="0"/>
          </a:p>
        </p:txBody>
      </p:sp>
    </p:spTree>
    <p:extLst>
      <p:ext uri="{BB962C8B-B14F-4D97-AF65-F5344CB8AC3E}">
        <p14:creationId xmlns:p14="http://schemas.microsoft.com/office/powerpoint/2010/main" val="3080076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圓角矩形 1"/>
          <p:cNvSpPr/>
          <p:nvPr/>
        </p:nvSpPr>
        <p:spPr>
          <a:xfrm>
            <a:off x="651829" y="3429000"/>
            <a:ext cx="1692537" cy="440635"/>
          </a:xfrm>
          <a:prstGeom prst="roundRect">
            <a:avLst>
              <a:gd name="adj" fmla="val 50000"/>
            </a:avLst>
          </a:prstGeom>
          <a:solidFill>
            <a:srgbClr val="FFFFFF"/>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lumMod val="50000"/>
                    <a:lumOff val="50000"/>
                  </a:schemeClr>
                </a:solidFill>
              </a:rPr>
              <a:t>Question 6</a:t>
            </a:r>
            <a:endParaRPr lang="zh-TW" altLang="en-US" dirty="0">
              <a:solidFill>
                <a:schemeClr val="tx1">
                  <a:lumMod val="50000"/>
                  <a:lumOff val="50000"/>
                </a:schemeClr>
              </a:solidFill>
            </a:endParaRPr>
          </a:p>
        </p:txBody>
      </p:sp>
    </p:spTree>
    <p:extLst>
      <p:ext uri="{BB962C8B-B14F-4D97-AF65-F5344CB8AC3E}">
        <p14:creationId xmlns:p14="http://schemas.microsoft.com/office/powerpoint/2010/main" val="1155077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597803" y="720423"/>
            <a:ext cx="2271391" cy="646331"/>
          </a:xfrm>
          <a:prstGeom prst="rect">
            <a:avLst/>
          </a:prstGeom>
        </p:spPr>
        <p:txBody>
          <a:bodyPr wrap="none">
            <a:spAutoFit/>
          </a:bodyPr>
          <a:lstStyle/>
          <a:p>
            <a:pPr algn="r"/>
            <a:r>
              <a:rPr lang="en-US" altLang="zh-TW" sz="3600" b="1" dirty="0" smtClean="0">
                <a:solidFill>
                  <a:srgbClr val="FFFFFF"/>
                </a:solidFill>
                <a:effectLst>
                  <a:outerShdw blurRad="38100" dist="38100" dir="2700000" algn="tl">
                    <a:srgbClr val="000000">
                      <a:alpha val="43137"/>
                    </a:srgbClr>
                  </a:outerShdw>
                </a:effectLst>
                <a:ea typeface="新細明體" pitchFamily="18" charset="-120"/>
              </a:rPr>
              <a:t>Question 6</a:t>
            </a:r>
            <a:endParaRPr lang="zh-TW" altLang="en-US" sz="3600" b="1" dirty="0">
              <a:solidFill>
                <a:srgbClr val="FFFFFF"/>
              </a:solidFill>
              <a:effectLst>
                <a:outerShdw blurRad="38100" dist="38100" dir="2700000" algn="tl">
                  <a:srgbClr val="000000">
                    <a:alpha val="43137"/>
                  </a:srgbClr>
                </a:outerShdw>
              </a:effectLst>
              <a:ea typeface="新細明體" pitchFamily="18" charset="-120"/>
            </a:endParaRPr>
          </a:p>
        </p:txBody>
      </p:sp>
      <p:sp>
        <p:nvSpPr>
          <p:cNvPr id="4" name="矩形 3"/>
          <p:cNvSpPr/>
          <p:nvPr/>
        </p:nvSpPr>
        <p:spPr>
          <a:xfrm>
            <a:off x="792480" y="2459504"/>
            <a:ext cx="10607040" cy="1938992"/>
          </a:xfrm>
          <a:prstGeom prst="rect">
            <a:avLst/>
          </a:prstGeom>
        </p:spPr>
        <p:txBody>
          <a:bodyPr wrap="square">
            <a:spAutoFit/>
          </a:bodyPr>
          <a:lstStyle/>
          <a:p>
            <a:r>
              <a:rPr lang="en-US" altLang="zh-TW" sz="2400" dirty="0"/>
              <a:t>Yes, the video includes clear definitions and conceptual instructions. For example:</a:t>
            </a:r>
          </a:p>
          <a:p>
            <a:pPr marL="457200" indent="-457200">
              <a:buFont typeface="Wingdings" pitchFamily="2" charset="2"/>
              <a:buChar char="Ø"/>
            </a:pPr>
            <a:r>
              <a:rPr lang="en-US" altLang="zh-TW" sz="2400" dirty="0"/>
              <a:t>It defines </a:t>
            </a:r>
            <a:r>
              <a:rPr lang="en-US" altLang="zh-TW" sz="2400" b="1" dirty="0"/>
              <a:t>API</a:t>
            </a:r>
            <a:r>
              <a:rPr lang="en-US" altLang="zh-TW" sz="2400" dirty="0"/>
              <a:t> as a set of rules that allows programs to talk to each other.</a:t>
            </a:r>
          </a:p>
          <a:p>
            <a:pPr marL="457200" indent="-457200">
              <a:buFont typeface="Wingdings" pitchFamily="2" charset="2"/>
              <a:buChar char="Ø"/>
            </a:pPr>
            <a:r>
              <a:rPr lang="en-US" altLang="zh-TW" sz="2400" dirty="0"/>
              <a:t>It explains how APIs are used to request and return data between systems.</a:t>
            </a:r>
          </a:p>
          <a:p>
            <a:pPr marL="457200" indent="-457200">
              <a:buFont typeface="Wingdings" pitchFamily="2" charset="2"/>
              <a:buChar char="Ø"/>
            </a:pPr>
            <a:r>
              <a:rPr lang="en-US" altLang="zh-TW" sz="2400" dirty="0"/>
              <a:t>It also describes real-world applications of APIs like weather apps and social media login</a:t>
            </a:r>
            <a:r>
              <a:rPr lang="en-US" altLang="zh-TW" sz="2400" dirty="0" smtClean="0"/>
              <a:t>.</a:t>
            </a:r>
            <a:endParaRPr lang="en-US" altLang="zh-TW" sz="2400" dirty="0"/>
          </a:p>
        </p:txBody>
      </p:sp>
    </p:spTree>
    <p:extLst>
      <p:ext uri="{BB962C8B-B14F-4D97-AF65-F5344CB8AC3E}">
        <p14:creationId xmlns:p14="http://schemas.microsoft.com/office/powerpoint/2010/main" val="1644828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圓角矩形 1"/>
          <p:cNvSpPr/>
          <p:nvPr/>
        </p:nvSpPr>
        <p:spPr>
          <a:xfrm>
            <a:off x="651829" y="3429000"/>
            <a:ext cx="1692537" cy="440635"/>
          </a:xfrm>
          <a:prstGeom prst="roundRect">
            <a:avLst>
              <a:gd name="adj" fmla="val 50000"/>
            </a:avLst>
          </a:prstGeom>
          <a:solidFill>
            <a:srgbClr val="FFFFFF"/>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lumMod val="50000"/>
                    <a:lumOff val="50000"/>
                  </a:schemeClr>
                </a:solidFill>
              </a:rPr>
              <a:t>Question 7</a:t>
            </a:r>
            <a:endParaRPr lang="zh-TW" altLang="en-US" dirty="0">
              <a:solidFill>
                <a:schemeClr val="tx1">
                  <a:lumMod val="50000"/>
                  <a:lumOff val="50000"/>
                </a:schemeClr>
              </a:solidFill>
            </a:endParaRPr>
          </a:p>
        </p:txBody>
      </p:sp>
    </p:spTree>
    <p:extLst>
      <p:ext uri="{BB962C8B-B14F-4D97-AF65-F5344CB8AC3E}">
        <p14:creationId xmlns:p14="http://schemas.microsoft.com/office/powerpoint/2010/main" val="1678062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597803" y="720423"/>
            <a:ext cx="2271391" cy="646331"/>
          </a:xfrm>
          <a:prstGeom prst="rect">
            <a:avLst/>
          </a:prstGeom>
        </p:spPr>
        <p:txBody>
          <a:bodyPr wrap="none">
            <a:spAutoFit/>
          </a:bodyPr>
          <a:lstStyle/>
          <a:p>
            <a:pPr algn="r"/>
            <a:r>
              <a:rPr lang="en-US" altLang="zh-TW" sz="3600" b="1" dirty="0" smtClean="0">
                <a:solidFill>
                  <a:srgbClr val="FFFFFF"/>
                </a:solidFill>
                <a:effectLst>
                  <a:outerShdw blurRad="38100" dist="38100" dir="2700000" algn="tl">
                    <a:srgbClr val="000000">
                      <a:alpha val="43137"/>
                    </a:srgbClr>
                  </a:outerShdw>
                </a:effectLst>
                <a:ea typeface="新細明體" pitchFamily="18" charset="-120"/>
              </a:rPr>
              <a:t>Question 7</a:t>
            </a:r>
            <a:endParaRPr lang="zh-TW" altLang="en-US" sz="3600" b="1" dirty="0">
              <a:solidFill>
                <a:srgbClr val="FFFFFF"/>
              </a:solidFill>
              <a:effectLst>
                <a:outerShdw blurRad="38100" dist="38100" dir="2700000" algn="tl">
                  <a:srgbClr val="000000">
                    <a:alpha val="43137"/>
                  </a:srgbClr>
                </a:outerShdw>
              </a:effectLst>
              <a:ea typeface="新細明體" pitchFamily="18" charset="-120"/>
            </a:endParaRPr>
          </a:p>
        </p:txBody>
      </p:sp>
      <p:sp>
        <p:nvSpPr>
          <p:cNvPr id="3" name="矩形 2"/>
          <p:cNvSpPr/>
          <p:nvPr/>
        </p:nvSpPr>
        <p:spPr>
          <a:xfrm>
            <a:off x="792480" y="2274838"/>
            <a:ext cx="10607040" cy="2308324"/>
          </a:xfrm>
          <a:prstGeom prst="rect">
            <a:avLst/>
          </a:prstGeom>
        </p:spPr>
        <p:txBody>
          <a:bodyPr wrap="square">
            <a:spAutoFit/>
          </a:bodyPr>
          <a:lstStyle/>
          <a:p>
            <a:r>
              <a:rPr lang="en-US" altLang="zh-TW" sz="2400" dirty="0"/>
              <a:t>One of the more challenging sentences might be:</a:t>
            </a:r>
          </a:p>
          <a:p>
            <a:r>
              <a:rPr lang="en-US" altLang="zh-TW" sz="2400" i="1" dirty="0"/>
              <a:t>"APIs expose data and functionality across the internet in a consistent format."</a:t>
            </a:r>
            <a:endParaRPr lang="en-US" altLang="zh-TW" sz="2400" dirty="0"/>
          </a:p>
          <a:p>
            <a:r>
              <a:rPr lang="en-US" altLang="zh-TW" sz="2400" dirty="0"/>
              <a:t>This sentence could be difficult because it uses abstract concepts like “expose data,” “functionality,” and “consistent format” without immediately clarifying what those mean. For someone unfamiliar with APIs, these terms might require more context or examples to fully grasp.</a:t>
            </a:r>
          </a:p>
        </p:txBody>
      </p:sp>
    </p:spTree>
    <p:extLst>
      <p:ext uri="{BB962C8B-B14F-4D97-AF65-F5344CB8AC3E}">
        <p14:creationId xmlns:p14="http://schemas.microsoft.com/office/powerpoint/2010/main" val="1915854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4114560" y="5041900"/>
            <a:ext cx="3962880" cy="769441"/>
          </a:xfrm>
          <a:prstGeom prst="rect">
            <a:avLst/>
          </a:prstGeom>
          <a:noFill/>
        </p:spPr>
        <p:txBody>
          <a:bodyPr wrap="none" rtlCol="0">
            <a:spAutoFit/>
          </a:bodyPr>
          <a:lstStyle/>
          <a:p>
            <a:r>
              <a:rPr lang="en-US" altLang="zh-TW" sz="4400" b="1" dirty="0" smtClean="0">
                <a:solidFill>
                  <a:srgbClr val="FFFFFF"/>
                </a:solidFill>
                <a:effectLst>
                  <a:outerShdw blurRad="38100" dist="38100" dir="2700000" algn="tl">
                    <a:srgbClr val="000000">
                      <a:alpha val="43137"/>
                    </a:srgbClr>
                  </a:outerShdw>
                </a:effectLst>
              </a:rPr>
              <a:t>Thank for watch</a:t>
            </a:r>
            <a:endParaRPr lang="zh-TW" altLang="en-US" sz="4400" b="1" dirty="0">
              <a:solidFill>
                <a:srgbClr val="FFFFFF"/>
              </a:solidFill>
              <a:effectLst>
                <a:outerShdw blurRad="38100" dist="38100" dir="2700000" algn="tl">
                  <a:srgbClr val="000000">
                    <a:alpha val="43137"/>
                  </a:srgbClr>
                </a:outerShdw>
              </a:effectLst>
            </a:endParaRPr>
          </a:p>
        </p:txBody>
      </p:sp>
      <p:sp>
        <p:nvSpPr>
          <p:cNvPr id="3" name="橢圓 2"/>
          <p:cNvSpPr/>
          <p:nvPr/>
        </p:nvSpPr>
        <p:spPr>
          <a:xfrm>
            <a:off x="3657360" y="5354141"/>
            <a:ext cx="914400" cy="914400"/>
          </a:xfrm>
          <a:prstGeom prst="ellipse">
            <a:avLst/>
          </a:prstGeom>
          <a:gradFill flip="none" rotWithShape="1">
            <a:gsLst>
              <a:gs pos="0">
                <a:schemeClr val="bg1"/>
              </a:gs>
              <a:gs pos="100000">
                <a:schemeClr val="bg1">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698512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25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00"/>
                                        <p:tgtEl>
                                          <p:spTgt spid="3"/>
                                        </p:tgtEl>
                                      </p:cBhvr>
                                    </p:animEffect>
                                  </p:childTnLst>
                                </p:cTn>
                              </p:par>
                              <p:par>
                                <p:cTn id="11" presetID="42" presetClass="path" presetSubtype="0" accel="50000" decel="50000" fill="hold" grpId="1" nodeType="withEffect">
                                  <p:stCondLst>
                                    <p:cond delay="0"/>
                                  </p:stCondLst>
                                  <p:childTnLst>
                                    <p:animMotion origin="layout" path="M 1.875E-6 4.81481E-6 L 0.33242 0.00023 " pathEditMode="relative" rAng="0" ptsTypes="AA">
                                      <p:cBhvr>
                                        <p:cTn id="12" dur="1250" fill="hold"/>
                                        <p:tgtEl>
                                          <p:spTgt spid="3"/>
                                        </p:tgtEl>
                                        <p:attrNameLst>
                                          <p:attrName>ppt_x</p:attrName>
                                          <p:attrName>ppt_y</p:attrName>
                                        </p:attrNameLst>
                                      </p:cBhvr>
                                      <p:rCtr x="16615" y="0"/>
                                    </p:animMotion>
                                  </p:childTnLst>
                                </p:cTn>
                              </p:par>
                              <p:par>
                                <p:cTn id="13" presetID="10" presetClass="exit" presetSubtype="0" fill="hold" grpId="2" nodeType="withEffect">
                                  <p:stCondLst>
                                    <p:cond delay="1200"/>
                                  </p:stCondLst>
                                  <p:childTnLst>
                                    <p:animEffect transition="out" filter="fade">
                                      <p:cBhvr>
                                        <p:cTn id="14" dur="200"/>
                                        <p:tgtEl>
                                          <p:spTgt spid="3"/>
                                        </p:tgtEl>
                                      </p:cBhvr>
                                    </p:animEffect>
                                    <p:set>
                                      <p:cBhvr>
                                        <p:cTn id="15" dur="1" fill="hold">
                                          <p:stCondLst>
                                            <p:cond delay="1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3" grpId="1" animBg="1"/>
      <p:bldP spid="3" grpId="2" animBg="1"/>
    </p:bldLst>
  </p:timing>
</p:sld>
</file>

<file path=ppt/theme/theme1.xml><?xml version="1.0" encoding="utf-8"?>
<a:theme xmlns:a="http://schemas.openxmlformats.org/drawingml/2006/main" name="Office 佈景主題">
  <a:themeElements>
    <a:clrScheme name="比賽用">
      <a:dk1>
        <a:sysClr val="windowText" lastClr="000000"/>
      </a:dk1>
      <a:lt1>
        <a:sysClr val="window" lastClr="FFFFFF"/>
      </a:lt1>
      <a:dk2>
        <a:srgbClr val="44546A"/>
      </a:dk2>
      <a:lt2>
        <a:srgbClr val="E7E6E6"/>
      </a:lt2>
      <a:accent1>
        <a:srgbClr val="E03E0D"/>
      </a:accent1>
      <a:accent2>
        <a:srgbClr val="F8B70C"/>
      </a:accent2>
      <a:accent3>
        <a:srgbClr val="32CB58"/>
      </a:accent3>
      <a:accent4>
        <a:srgbClr val="1C9FCB"/>
      </a:accent4>
      <a:accent5>
        <a:srgbClr val="A466D8"/>
      </a:accent5>
      <a:accent6>
        <a:srgbClr val="0070C0"/>
      </a:accent6>
      <a:hlink>
        <a:srgbClr val="0563C1"/>
      </a:hlink>
      <a:folHlink>
        <a:srgbClr val="954F72"/>
      </a:folHlink>
    </a:clrScheme>
    <a:fontScheme name="比賽用">
      <a:majorFont>
        <a:latin typeface="Calibri"/>
        <a:ea typeface="微軟正黑體"/>
        <a:cs typeface=""/>
      </a:majorFont>
      <a:minorFont>
        <a:latin typeface="Calibri"/>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717</TotalTime>
  <Words>390</Words>
  <Application>Microsoft Office PowerPoint</Application>
  <PresentationFormat>自訂</PresentationFormat>
  <Paragraphs>45</Paragraphs>
  <Slides>17</Slides>
  <Notes>0</Notes>
  <HiddenSlides>0</HiddenSlides>
  <MMClips>0</MMClips>
  <ScaleCrop>false</ScaleCrop>
  <HeadingPairs>
    <vt:vector size="4" baseType="variant">
      <vt:variant>
        <vt:lpstr>佈景主題</vt:lpstr>
      </vt:variant>
      <vt:variant>
        <vt:i4>1</vt:i4>
      </vt:variant>
      <vt:variant>
        <vt:lpstr>投影片標題</vt:lpstr>
      </vt:variant>
      <vt:variant>
        <vt:i4>17</vt:i4>
      </vt:variant>
    </vt:vector>
  </HeadingPairs>
  <TitlesOfParts>
    <vt:vector size="18" baseType="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Windows 使用者</dc:creator>
  <cp:lastModifiedBy>User</cp:lastModifiedBy>
  <cp:revision>227</cp:revision>
  <dcterms:created xsi:type="dcterms:W3CDTF">2022-11-30T00:12:37Z</dcterms:created>
  <dcterms:modified xsi:type="dcterms:W3CDTF">2025-06-02T12:45:48Z</dcterms:modified>
</cp:coreProperties>
</file>