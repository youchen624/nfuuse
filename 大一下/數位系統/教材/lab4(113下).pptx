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3" r:id="rId1"/>
  </p:sldMasterIdLst>
  <p:notesMasterIdLst>
    <p:notesMasterId r:id="rId35"/>
  </p:notesMasterIdLst>
  <p:handoutMasterIdLst>
    <p:handoutMasterId r:id="rId36"/>
  </p:handoutMasterIdLst>
  <p:sldIdLst>
    <p:sldId id="258" r:id="rId2"/>
    <p:sldId id="328" r:id="rId3"/>
    <p:sldId id="329" r:id="rId4"/>
    <p:sldId id="319" r:id="rId5"/>
    <p:sldId id="330" r:id="rId6"/>
    <p:sldId id="331" r:id="rId7"/>
    <p:sldId id="323" r:id="rId8"/>
    <p:sldId id="345" r:id="rId9"/>
    <p:sldId id="311" r:id="rId10"/>
    <p:sldId id="332" r:id="rId11"/>
    <p:sldId id="337" r:id="rId12"/>
    <p:sldId id="338" r:id="rId13"/>
    <p:sldId id="339" r:id="rId14"/>
    <p:sldId id="340" r:id="rId15"/>
    <p:sldId id="318" r:id="rId16"/>
    <p:sldId id="309" r:id="rId17"/>
    <p:sldId id="346" r:id="rId18"/>
    <p:sldId id="347" r:id="rId19"/>
    <p:sldId id="348" r:id="rId20"/>
    <p:sldId id="349" r:id="rId21"/>
    <p:sldId id="350" r:id="rId22"/>
    <p:sldId id="351" r:id="rId23"/>
    <p:sldId id="356" r:id="rId24"/>
    <p:sldId id="357" r:id="rId25"/>
    <p:sldId id="358" r:id="rId26"/>
    <p:sldId id="352" r:id="rId27"/>
    <p:sldId id="359" r:id="rId28"/>
    <p:sldId id="353" r:id="rId29"/>
    <p:sldId id="354" r:id="rId30"/>
    <p:sldId id="355" r:id="rId31"/>
    <p:sldId id="361" r:id="rId32"/>
    <p:sldId id="362" r:id="rId33"/>
    <p:sldId id="360" r:id="rId34"/>
  </p:sldIdLst>
  <p:sldSz cx="12192000" cy="6858000"/>
  <p:notesSz cx="7099300" cy="10234613"/>
  <p:defaultTextStyle>
    <a:defPPr>
      <a:defRPr lang="zh-TW"/>
    </a:defPPr>
    <a:lvl1pPr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panose="020B0604020202020204" pitchFamily="34" charset="0"/>
        <a:ea typeface="標楷體" panose="03000509000000000000" pitchFamily="65" charset="-120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panose="020B0604020202020204" pitchFamily="34" charset="0"/>
        <a:ea typeface="標楷體" panose="03000509000000000000" pitchFamily="65" charset="-120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panose="020B0604020202020204" pitchFamily="34" charset="0"/>
        <a:ea typeface="標楷體" panose="03000509000000000000" pitchFamily="65" charset="-120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panose="020B0604020202020204" pitchFamily="34" charset="0"/>
        <a:ea typeface="標楷體" panose="03000509000000000000" pitchFamily="65" charset="-120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panose="020B0604020202020204" pitchFamily="34" charset="0"/>
        <a:ea typeface="標楷體" panose="03000509000000000000" pitchFamily="65" charset="-120"/>
        <a:cs typeface="+mn-cs"/>
      </a:defRPr>
    </a:lvl5pPr>
    <a:lvl6pPr marL="2286000" algn="l" defTabSz="914400" rtl="0" eaLnBrk="1" latinLnBrk="0" hangingPunct="1">
      <a:defRPr kumimoji="1" kern="1200">
        <a:solidFill>
          <a:schemeClr val="tx1"/>
        </a:solidFill>
        <a:latin typeface="Arial" panose="020B0604020202020204" pitchFamily="34" charset="0"/>
        <a:ea typeface="標楷體" panose="03000509000000000000" pitchFamily="65" charset="-120"/>
        <a:cs typeface="+mn-cs"/>
      </a:defRPr>
    </a:lvl6pPr>
    <a:lvl7pPr marL="2743200" algn="l" defTabSz="914400" rtl="0" eaLnBrk="1" latinLnBrk="0" hangingPunct="1">
      <a:defRPr kumimoji="1" kern="1200">
        <a:solidFill>
          <a:schemeClr val="tx1"/>
        </a:solidFill>
        <a:latin typeface="Arial" panose="020B0604020202020204" pitchFamily="34" charset="0"/>
        <a:ea typeface="標楷體" panose="03000509000000000000" pitchFamily="65" charset="-120"/>
        <a:cs typeface="+mn-cs"/>
      </a:defRPr>
    </a:lvl7pPr>
    <a:lvl8pPr marL="3200400" algn="l" defTabSz="914400" rtl="0" eaLnBrk="1" latinLnBrk="0" hangingPunct="1">
      <a:defRPr kumimoji="1" kern="1200">
        <a:solidFill>
          <a:schemeClr val="tx1"/>
        </a:solidFill>
        <a:latin typeface="Arial" panose="020B0604020202020204" pitchFamily="34" charset="0"/>
        <a:ea typeface="標楷體" panose="03000509000000000000" pitchFamily="65" charset="-120"/>
        <a:cs typeface="+mn-cs"/>
      </a:defRPr>
    </a:lvl8pPr>
    <a:lvl9pPr marL="3657600" algn="l" defTabSz="914400" rtl="0" eaLnBrk="1" latinLnBrk="0" hangingPunct="1">
      <a:defRPr kumimoji="1" kern="1200">
        <a:solidFill>
          <a:schemeClr val="tx1"/>
        </a:solidFill>
        <a:latin typeface="Arial" panose="020B0604020202020204" pitchFamily="34" charset="0"/>
        <a:ea typeface="標楷體" panose="03000509000000000000" pitchFamily="65" charset="-120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FF00"/>
    <a:srgbClr val="FF0000"/>
    <a:srgbClr val="793C21"/>
    <a:srgbClr val="65321B"/>
    <a:srgbClr val="FF9966"/>
    <a:srgbClr val="0066FF"/>
    <a:srgbClr val="33CCFF"/>
    <a:srgbClr val="0099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9890" autoAdjust="0"/>
    <p:restoredTop sz="94660"/>
  </p:normalViewPr>
  <p:slideViewPr>
    <p:cSldViewPr>
      <p:cViewPr varScale="1">
        <p:scale>
          <a:sx n="108" d="100"/>
          <a:sy n="108" d="100"/>
        </p:scale>
        <p:origin x="1008" y="78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heme" Target="theme/theme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handoutMaster" Target="handoutMasters/handout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01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76575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24" tIns="45711" rIns="91424" bIns="45711" numCol="1" anchor="t" anchorCtr="0" compatLnSpc="1">
            <a:prstTxWarp prst="textNoShape">
              <a:avLst/>
            </a:prstTxWarp>
          </a:bodyPr>
          <a:lstStyle>
            <a:lvl1pPr defTabSz="912813" eaLnBrk="1" hangingPunct="1">
              <a:defRPr sz="1100">
                <a:latin typeface="Arial" charset="0"/>
                <a:ea typeface="新細明體" pitchFamily="18" charset="-120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342019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4022725" y="0"/>
            <a:ext cx="3074988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24" tIns="45711" rIns="91424" bIns="45711" numCol="1" anchor="t" anchorCtr="0" compatLnSpc="1">
            <a:prstTxWarp prst="textNoShape">
              <a:avLst/>
            </a:prstTxWarp>
          </a:bodyPr>
          <a:lstStyle>
            <a:lvl1pPr algn="r" defTabSz="912813" eaLnBrk="1" hangingPunct="1">
              <a:defRPr sz="1100">
                <a:latin typeface="Arial" charset="0"/>
                <a:ea typeface="新細明體" pitchFamily="18" charset="-120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342020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721850"/>
            <a:ext cx="3076575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24" tIns="45711" rIns="91424" bIns="45711" numCol="1" anchor="b" anchorCtr="0" compatLnSpc="1">
            <a:prstTxWarp prst="textNoShape">
              <a:avLst/>
            </a:prstTxWarp>
          </a:bodyPr>
          <a:lstStyle>
            <a:lvl1pPr defTabSz="912813" eaLnBrk="1" hangingPunct="1">
              <a:defRPr sz="1100">
                <a:latin typeface="Arial" charset="0"/>
                <a:ea typeface="新細明體" pitchFamily="18" charset="-120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342021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4022725" y="9721850"/>
            <a:ext cx="3074988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24" tIns="45711" rIns="91424" bIns="45711" numCol="1" anchor="b" anchorCtr="0" compatLnSpc="1">
            <a:prstTxWarp prst="textNoShape">
              <a:avLst/>
            </a:prstTxWarp>
          </a:bodyPr>
          <a:lstStyle>
            <a:lvl1pPr algn="r" defTabSz="912813" eaLnBrk="1" hangingPunct="1">
              <a:defRPr sz="1100" smtClean="0">
                <a:ea typeface="新細明體" panose="02020500000000000000" pitchFamily="18" charset="-120"/>
              </a:defRPr>
            </a:lvl1pPr>
          </a:lstStyle>
          <a:p>
            <a:pPr>
              <a:defRPr/>
            </a:pPr>
            <a:fld id="{53DD85F7-D4F8-4650-8D9B-F6CF3875AF0A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139848490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76575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9030" tIns="49514" rIns="99030" bIns="49514" numCol="1" anchor="t" anchorCtr="0" compatLnSpc="1">
            <a:prstTxWarp prst="textNoShape">
              <a:avLst/>
            </a:prstTxWarp>
          </a:bodyPr>
          <a:lstStyle>
            <a:lvl1pPr defTabSz="990600" eaLnBrk="1" hangingPunct="1">
              <a:defRPr sz="1300">
                <a:latin typeface="Arial" charset="0"/>
                <a:ea typeface="新細明體" pitchFamily="18" charset="-120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7171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4022725" y="0"/>
            <a:ext cx="3074988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9030" tIns="49514" rIns="99030" bIns="49514" numCol="1" anchor="t" anchorCtr="0" compatLnSpc="1">
            <a:prstTxWarp prst="textNoShape">
              <a:avLst/>
            </a:prstTxWarp>
          </a:bodyPr>
          <a:lstStyle>
            <a:lvl1pPr algn="r" defTabSz="990600" eaLnBrk="1" hangingPunct="1">
              <a:defRPr sz="1300">
                <a:latin typeface="Arial" charset="0"/>
                <a:ea typeface="新細明體" pitchFamily="18" charset="-120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307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41288" y="768350"/>
            <a:ext cx="6818312" cy="3836988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7173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709613" y="4860925"/>
            <a:ext cx="5680075" cy="46053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9030" tIns="49514" rIns="99030" bIns="49514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 noProof="0" smtClean="0"/>
              <a:t>按一下以編輯母片</a:t>
            </a:r>
          </a:p>
          <a:p>
            <a:pPr lvl="1"/>
            <a:r>
              <a:rPr lang="zh-TW" altLang="en-US" noProof="0" smtClean="0"/>
              <a:t>第二層</a:t>
            </a:r>
          </a:p>
          <a:p>
            <a:pPr lvl="2"/>
            <a:r>
              <a:rPr lang="zh-TW" altLang="en-US" noProof="0" smtClean="0"/>
              <a:t>第三層</a:t>
            </a:r>
          </a:p>
          <a:p>
            <a:pPr lvl="3"/>
            <a:r>
              <a:rPr lang="zh-TW" altLang="en-US" noProof="0" smtClean="0"/>
              <a:t>第四層</a:t>
            </a:r>
          </a:p>
          <a:p>
            <a:pPr lvl="4"/>
            <a:r>
              <a:rPr lang="zh-TW" altLang="en-US" noProof="0" smtClean="0"/>
              <a:t>第五層</a:t>
            </a:r>
          </a:p>
        </p:txBody>
      </p:sp>
      <p:sp>
        <p:nvSpPr>
          <p:cNvPr id="7174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721850"/>
            <a:ext cx="3076575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9030" tIns="49514" rIns="99030" bIns="49514" numCol="1" anchor="b" anchorCtr="0" compatLnSpc="1">
            <a:prstTxWarp prst="textNoShape">
              <a:avLst/>
            </a:prstTxWarp>
          </a:bodyPr>
          <a:lstStyle>
            <a:lvl1pPr defTabSz="990600" eaLnBrk="1" hangingPunct="1">
              <a:defRPr sz="1300">
                <a:latin typeface="Arial" charset="0"/>
                <a:ea typeface="新細明體" pitchFamily="18" charset="-120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7175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022725" y="9721850"/>
            <a:ext cx="3074988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9030" tIns="49514" rIns="99030" bIns="49514" numCol="1" anchor="b" anchorCtr="0" compatLnSpc="1">
            <a:prstTxWarp prst="textNoShape">
              <a:avLst/>
            </a:prstTxWarp>
          </a:bodyPr>
          <a:lstStyle>
            <a:lvl1pPr algn="r" defTabSz="990600" eaLnBrk="1" hangingPunct="1">
              <a:defRPr sz="1300" smtClean="0">
                <a:ea typeface="新細明體" panose="02020500000000000000" pitchFamily="18" charset="-120"/>
              </a:defRPr>
            </a:lvl1pPr>
          </a:lstStyle>
          <a:p>
            <a:pPr>
              <a:defRPr/>
            </a:pPr>
            <a:fld id="{BD0A8718-C310-41AF-A00B-FEE95A2D1C59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264967853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charset="0"/>
        <a:ea typeface="新細明體" pitchFamily="18" charset="-120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charset="0"/>
        <a:ea typeface="新細明體" pitchFamily="18" charset="-120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charset="0"/>
        <a:ea typeface="新細明體" pitchFamily="18" charset="-120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charset="0"/>
        <a:ea typeface="新細明體" pitchFamily="18" charset="-120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charset="0"/>
        <a:ea typeface="新細明體" pitchFamily="18" charset="-120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90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 defTabSz="990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 defTabSz="990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 defTabSz="990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 defTabSz="990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</a:pPr>
            <a:fld id="{D876A37C-EAC4-4EA6-86BA-EF46F54AA990}" type="slidenum">
              <a:rPr lang="en-US" altLang="zh-TW" sz="1300"/>
              <a:pPr>
                <a:spcBef>
                  <a:spcPct val="0"/>
                </a:spcBef>
              </a:pPr>
              <a:t>1</a:t>
            </a:fld>
            <a:endParaRPr lang="en-US" altLang="zh-TW" sz="1300"/>
          </a:p>
        </p:txBody>
      </p:sp>
      <p:sp>
        <p:nvSpPr>
          <p:cNvPr id="6147" name="投影片圖像版面配置區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141288" y="768350"/>
            <a:ext cx="6818312" cy="3836988"/>
          </a:xfrm>
          <a:ln/>
        </p:spPr>
      </p:sp>
      <p:sp>
        <p:nvSpPr>
          <p:cNvPr id="6148" name="備忘稿版面配置區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spcBef>
                <a:spcPct val="0"/>
              </a:spcBef>
            </a:pPr>
            <a:endParaRPr lang="zh-TW" altLang="zh-TW" smtClean="0">
              <a:latin typeface="Arial" panose="020B0604020202020204" pitchFamily="34" charset="0"/>
            </a:endParaRPr>
          </a:p>
        </p:txBody>
      </p:sp>
      <p:sp>
        <p:nvSpPr>
          <p:cNvPr id="6149" name="投影片編號版面配置區 3"/>
          <p:cNvSpPr txBox="1">
            <a:spLocks noGrp="1"/>
          </p:cNvSpPr>
          <p:nvPr/>
        </p:nvSpPr>
        <p:spPr bwMode="auto">
          <a:xfrm>
            <a:off x="4022725" y="9721850"/>
            <a:ext cx="3074988" cy="511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9030" tIns="49514" rIns="99030" bIns="49514" anchor="b"/>
          <a:lstStyle>
            <a:lvl1pPr defTabSz="990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 defTabSz="990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 defTabSz="990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 defTabSz="990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 defTabSz="990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6B0188D3-079B-4684-AC1F-562FA6799D03}" type="slidenum">
              <a:rPr lang="en-US" altLang="zh-TW" sz="1300"/>
              <a:pPr algn="r" eaLnBrk="1" hangingPunct="1">
                <a:spcBef>
                  <a:spcPct val="0"/>
                </a:spcBef>
              </a:pPr>
              <a:t>1</a:t>
            </a:fld>
            <a:endParaRPr lang="en-US" altLang="zh-TW" sz="130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>
          <a:xfrm>
            <a:off x="141288" y="768350"/>
            <a:ext cx="6818312" cy="3836988"/>
          </a:xfrm>
        </p:spPr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D0A8718-C310-41AF-A00B-FEE95A2D1C59}" type="slidenum">
              <a:rPr lang="en-US" altLang="zh-TW" smtClean="0"/>
              <a:pPr>
                <a:defRPr/>
              </a:pPr>
              <a:t>7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212020920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標題投影片">
    <p:bg>
      <p:bgPr>
        <a:gradFill rotWithShape="0">
          <a:gsLst>
            <a:gs pos="0">
              <a:srgbClr val="002F5E"/>
            </a:gs>
            <a:gs pos="50000">
              <a:schemeClr val="bg1"/>
            </a:gs>
            <a:gs pos="100000">
              <a:srgbClr val="002F5E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>
            <a:spLocks noChangeArrowheads="1"/>
          </p:cNvSpPr>
          <p:nvPr/>
        </p:nvSpPr>
        <p:spPr bwMode="auto">
          <a:xfrm>
            <a:off x="508000" y="1"/>
            <a:ext cx="1930400" cy="6856413"/>
          </a:xfrm>
          <a:prstGeom prst="rect">
            <a:avLst/>
          </a:prstGeom>
          <a:gradFill rotWithShape="0">
            <a:gsLst>
              <a:gs pos="0">
                <a:schemeClr val="bg1">
                  <a:gamma/>
                  <a:shade val="61961"/>
                  <a:invGamma/>
                </a:schemeClr>
              </a:gs>
              <a:gs pos="50000">
                <a:schemeClr val="bg1">
                  <a:alpha val="50000"/>
                </a:schemeClr>
              </a:gs>
              <a:gs pos="100000">
                <a:schemeClr val="bg1">
                  <a:gamma/>
                  <a:shade val="61961"/>
                  <a:invGamma/>
                </a:schemeClr>
              </a:gs>
            </a:gsLst>
            <a:lin ang="5400000" scaled="1"/>
          </a:gradFill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eaLnBrk="1" hangingPunct="1">
              <a:defRPr/>
            </a:pPr>
            <a:endParaRPr lang="zh-TW" altLang="zh-TW" sz="2400">
              <a:latin typeface="Times New Roman" pitchFamily="18" charset="0"/>
              <a:ea typeface="新細明體" pitchFamily="18" charset="-120"/>
            </a:endParaRPr>
          </a:p>
        </p:txBody>
      </p:sp>
      <p:sp>
        <p:nvSpPr>
          <p:cNvPr id="5" name="Rectangle 3"/>
          <p:cNvSpPr>
            <a:spLocks noChangeArrowheads="1"/>
          </p:cNvSpPr>
          <p:nvPr/>
        </p:nvSpPr>
        <p:spPr bwMode="auto">
          <a:xfrm>
            <a:off x="914401" y="2438400"/>
            <a:ext cx="11275484" cy="762000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bg1">
                  <a:gamma/>
                  <a:shade val="15294"/>
                  <a:invGamma/>
                </a:schemeClr>
              </a:gs>
            </a:gsLst>
            <a:lin ang="0" scaled="1"/>
          </a:gradFill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eaLnBrk="1" hangingPunct="1">
              <a:defRPr/>
            </a:pPr>
            <a:endParaRPr lang="zh-TW" altLang="zh-TW" sz="2400">
              <a:latin typeface="Times New Roman" pitchFamily="18" charset="0"/>
              <a:ea typeface="新細明體" pitchFamily="18" charset="-120"/>
            </a:endParaRPr>
          </a:p>
        </p:txBody>
      </p:sp>
      <p:sp>
        <p:nvSpPr>
          <p:cNvPr id="6" name="Rectangle 9"/>
          <p:cNvSpPr>
            <a:spLocks noChangeArrowheads="1"/>
          </p:cNvSpPr>
          <p:nvPr/>
        </p:nvSpPr>
        <p:spPr bwMode="auto">
          <a:xfrm>
            <a:off x="0" y="3505200"/>
            <a:ext cx="6299200" cy="152400"/>
          </a:xfrm>
          <a:prstGeom prst="rect">
            <a:avLst/>
          </a:prstGeom>
          <a:solidFill>
            <a:schemeClr val="accent1">
              <a:alpha val="50195"/>
            </a:schemeClr>
          </a:solidFill>
          <a:ln>
            <a:noFill/>
          </a:ln>
          <a:extLst/>
        </p:spPr>
        <p:txBody>
          <a:bodyPr/>
          <a:lstStyle>
            <a:lvl1pPr eaLnBrk="0" hangingPunct="0">
              <a:defRPr kumimoji="1">
                <a:solidFill>
                  <a:schemeClr val="tx1"/>
                </a:solidFill>
                <a:latin typeface="Arial" pitchFamily="34" charset="0"/>
                <a:ea typeface="標楷體" pitchFamily="65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標楷體" pitchFamily="65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標楷體" pitchFamily="65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標楷體" pitchFamily="65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標楷體" pitchFamily="65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標楷體" pitchFamily="65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標楷體" pitchFamily="65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標楷體" pitchFamily="65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標楷體" pitchFamily="65" charset="-120"/>
              </a:defRPr>
            </a:lvl9pPr>
          </a:lstStyle>
          <a:p>
            <a:pPr eaLnBrk="1" hangingPunct="1">
              <a:defRPr/>
            </a:pPr>
            <a:endParaRPr lang="zh-TW" altLang="zh-TW" sz="2400" smtClean="0">
              <a:latin typeface="Times New Roman" pitchFamily="18" charset="0"/>
              <a:ea typeface="新細明體" pitchFamily="18" charset="-120"/>
            </a:endParaRPr>
          </a:p>
        </p:txBody>
      </p:sp>
      <p:sp>
        <p:nvSpPr>
          <p:cNvPr id="7" name="WordArt 10"/>
          <p:cNvSpPr>
            <a:spLocks noChangeArrowheads="1" noChangeShapeType="1" noTextEdit="1"/>
          </p:cNvSpPr>
          <p:nvPr/>
        </p:nvSpPr>
        <p:spPr bwMode="auto">
          <a:xfrm rot="5400000">
            <a:off x="-2972857" y="2972858"/>
            <a:ext cx="6858000" cy="912284"/>
          </a:xfrm>
          <a:prstGeom prst="rect">
            <a:avLst/>
          </a:prstGeom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wordArtVert"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 fontAlgn="auto"/>
            <a:r>
              <a:rPr lang="en-US" altLang="zh-TW" sz="3600" b="1" kern="10">
                <a:solidFill>
                  <a:schemeClr val="bg1"/>
                </a:solidFill>
                <a:effectLst>
                  <a:outerShdw dist="45791" dir="2021404" algn="ctr" rotWithShape="0">
                    <a:srgbClr val="B2B2B2">
                      <a:alpha val="79999"/>
                    </a:srgbClr>
                  </a:outerShdw>
                </a:effectLst>
                <a:latin typeface="標楷體" panose="03000509000000000000" pitchFamily="65" charset="-120"/>
              </a:rPr>
              <a:t>National Formosa University</a:t>
            </a:r>
            <a:endParaRPr lang="zh-TW" altLang="en-US" sz="3600" b="1" kern="10">
              <a:solidFill>
                <a:schemeClr val="bg1"/>
              </a:solidFill>
              <a:effectLst>
                <a:outerShdw dist="45791" dir="2021404" algn="ctr" rotWithShape="0">
                  <a:srgbClr val="B2B2B2">
                    <a:alpha val="79999"/>
                  </a:srgbClr>
                </a:outerShdw>
              </a:effectLst>
              <a:latin typeface="標楷體" panose="03000509000000000000" pitchFamily="65" charset="-120"/>
            </a:endParaRPr>
          </a:p>
        </p:txBody>
      </p:sp>
      <p:sp>
        <p:nvSpPr>
          <p:cNvPr id="110596" name="Rectangle 4"/>
          <p:cNvSpPr>
            <a:spLocks noGrp="1" noChangeArrowheads="1"/>
          </p:cNvSpPr>
          <p:nvPr>
            <p:ph type="ctrTitle" sz="quarter"/>
          </p:nvPr>
        </p:nvSpPr>
        <p:spPr>
          <a:xfrm>
            <a:off x="914400" y="2286000"/>
            <a:ext cx="10363200" cy="1143000"/>
          </a:xfrm>
        </p:spPr>
        <p:txBody>
          <a:bodyPr/>
          <a:lstStyle>
            <a:lvl1pPr>
              <a:defRPr sz="8800"/>
            </a:lvl1pPr>
          </a:lstStyle>
          <a:p>
            <a:r>
              <a:rPr lang="zh-TW" altLang="en-US" dirty="0"/>
              <a:t>按一下以編輯母片標題樣式</a:t>
            </a:r>
          </a:p>
        </p:txBody>
      </p:sp>
      <p:sp>
        <p:nvSpPr>
          <p:cNvPr id="110597" name="Rectangle 5"/>
          <p:cNvSpPr>
            <a:spLocks noGrp="1" noChangeArrowheads="1"/>
          </p:cNvSpPr>
          <p:nvPr>
            <p:ph type="subTitle" sz="quarter" idx="1"/>
          </p:nvPr>
        </p:nvSpPr>
        <p:spPr>
          <a:xfrm>
            <a:off x="2743200" y="4114800"/>
            <a:ext cx="8534400" cy="1752600"/>
          </a:xfrm>
        </p:spPr>
        <p:txBody>
          <a:bodyPr/>
          <a:lstStyle>
            <a:lvl1pPr marL="0" indent="0" algn="ctr">
              <a:buFont typeface="Wingdings" pitchFamily="2" charset="2"/>
              <a:buNone/>
              <a:defRPr b="0"/>
            </a:lvl1pPr>
          </a:lstStyle>
          <a:p>
            <a:r>
              <a:rPr lang="zh-TW" altLang="en-US"/>
              <a:t>按一下以編輯母片副標題樣式</a:t>
            </a:r>
          </a:p>
        </p:txBody>
      </p:sp>
      <p:sp>
        <p:nvSpPr>
          <p:cNvPr id="8" name="Rectangle 6"/>
          <p:cNvSpPr>
            <a:spLocks noGrp="1" noChangeArrowheads="1"/>
          </p:cNvSpPr>
          <p:nvPr>
            <p:ph type="dt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9" name="Rectangle 7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TW"/>
              <a:t>asfasdfadfadfasdfasfasdf</a:t>
            </a:r>
          </a:p>
        </p:txBody>
      </p:sp>
      <p:sp>
        <p:nvSpPr>
          <p:cNvPr id="10" name="Rectangle 8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547BDA49-4E70-4955-A4F3-A5D75D77589B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4208606487"/>
      </p:ext>
    </p:extLst>
  </p:cSld>
  <p:clrMapOvr>
    <a:masterClrMapping/>
  </p:clrMapOvr>
  <p:transition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 smtClean="0"/>
              <a:t>按一下以編輯母片標題樣式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 dirty="0" smtClean="0"/>
              <a:t>按一下以編輯母片文字樣式</a:t>
            </a:r>
          </a:p>
          <a:p>
            <a:pPr lvl="1"/>
            <a:r>
              <a:rPr lang="zh-TW" altLang="en-US" dirty="0" smtClean="0"/>
              <a:t>第二層</a:t>
            </a:r>
          </a:p>
          <a:p>
            <a:pPr lvl="2"/>
            <a:r>
              <a:rPr lang="zh-TW" altLang="en-US" dirty="0" smtClean="0"/>
              <a:t>第三層</a:t>
            </a:r>
          </a:p>
          <a:p>
            <a:pPr lvl="3"/>
            <a:r>
              <a:rPr lang="zh-TW" altLang="en-US" dirty="0" smtClean="0"/>
              <a:t>第四層</a:t>
            </a:r>
          </a:p>
          <a:p>
            <a:pPr lvl="4"/>
            <a:r>
              <a:rPr lang="zh-TW" altLang="en-US" dirty="0" smtClean="0"/>
              <a:t>第五層</a:t>
            </a:r>
            <a:endParaRPr lang="zh-TW" altLang="en-US" dirty="0"/>
          </a:p>
        </p:txBody>
      </p:sp>
      <p:sp>
        <p:nvSpPr>
          <p:cNvPr id="4" name="Rectangle 8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zh-TW"/>
          </a:p>
        </p:txBody>
      </p:sp>
      <p:sp>
        <p:nvSpPr>
          <p:cNvPr id="5" name="Rectangle 9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zh-TW"/>
          </a:p>
        </p:txBody>
      </p:sp>
      <p:sp>
        <p:nvSpPr>
          <p:cNvPr id="6" name="Rectangle 10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67B7038-55BA-4BC8-85FE-4B71FB73221B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2828149783"/>
      </p:ext>
    </p:extLst>
  </p:cSld>
  <p:clrMapOvr>
    <a:masterClrMapping/>
  </p:clrMapOvr>
  <p:transition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Rectangle 8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zh-TW"/>
          </a:p>
        </p:txBody>
      </p:sp>
      <p:sp>
        <p:nvSpPr>
          <p:cNvPr id="5" name="Rectangle 9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zh-TW"/>
          </a:p>
        </p:txBody>
      </p:sp>
      <p:sp>
        <p:nvSpPr>
          <p:cNvPr id="6" name="Rectangle 10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CB42CE5-F8D7-4901-B838-A1E166FFC7D0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2477513605"/>
      </p:ext>
    </p:extLst>
  </p:cSld>
  <p:clrMapOvr>
    <a:masterClrMapping/>
  </p:clrMapOvr>
  <p:transition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1117600" y="1447800"/>
            <a:ext cx="5080000" cy="461168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400800" y="1447800"/>
            <a:ext cx="5080000" cy="461168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Rectangle 8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zh-TW"/>
          </a:p>
        </p:txBody>
      </p:sp>
      <p:sp>
        <p:nvSpPr>
          <p:cNvPr id="6" name="Rectangle 9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zh-TW"/>
          </a:p>
        </p:txBody>
      </p:sp>
      <p:sp>
        <p:nvSpPr>
          <p:cNvPr id="7" name="Rectangle 10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9C171B7-8D03-4671-AFBB-EBCB261B5D43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4136318686"/>
      </p:ext>
    </p:extLst>
  </p:cSld>
  <p:clrMapOvr>
    <a:masterClrMapping/>
  </p:clrMapOvr>
  <p:transition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7" name="Rectangle 8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zh-TW"/>
          </a:p>
        </p:txBody>
      </p:sp>
      <p:sp>
        <p:nvSpPr>
          <p:cNvPr id="8" name="Rectangle 9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zh-TW"/>
          </a:p>
        </p:txBody>
      </p:sp>
      <p:sp>
        <p:nvSpPr>
          <p:cNvPr id="9" name="Rectangle 10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7CF0406-927E-44C2-A5FF-C5496F968F09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1629799922"/>
      </p:ext>
    </p:extLst>
  </p:cSld>
  <p:clrMapOvr>
    <a:masterClrMapping/>
  </p:clrMapOvr>
  <p:transition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Rectangle 8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zh-TW"/>
          </a:p>
        </p:txBody>
      </p:sp>
      <p:sp>
        <p:nvSpPr>
          <p:cNvPr id="4" name="Rectangle 9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zh-TW"/>
          </a:p>
        </p:txBody>
      </p:sp>
      <p:sp>
        <p:nvSpPr>
          <p:cNvPr id="5" name="Rectangle 10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4D08F3F-8EA6-46FE-B36D-354C0566DF10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3766197419"/>
      </p:ext>
    </p:extLst>
  </p:cSld>
  <p:clrMapOvr>
    <a:masterClrMapping/>
  </p:clrMapOvr>
  <p:transition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8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zh-TW"/>
          </a:p>
        </p:txBody>
      </p:sp>
      <p:sp>
        <p:nvSpPr>
          <p:cNvPr id="3" name="Rectangle 9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zh-TW"/>
          </a:p>
        </p:txBody>
      </p:sp>
      <p:sp>
        <p:nvSpPr>
          <p:cNvPr id="4" name="Rectangle 10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A6CA63D-2AF3-449F-90E9-29E09DD8B6E7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531124824"/>
      </p:ext>
    </p:extLst>
  </p:cSld>
  <p:clrMapOvr>
    <a:masterClrMapping/>
  </p:clrMapOvr>
  <p:transition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Rectangle 8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zh-TW"/>
          </a:p>
        </p:txBody>
      </p:sp>
      <p:sp>
        <p:nvSpPr>
          <p:cNvPr id="6" name="Rectangle 9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zh-TW"/>
          </a:p>
        </p:txBody>
      </p:sp>
      <p:sp>
        <p:nvSpPr>
          <p:cNvPr id="7" name="Rectangle 10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85492A2-6836-447A-B46F-EAA726C56CE8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12553575"/>
      </p:ext>
    </p:extLst>
  </p:cSld>
  <p:clrMapOvr>
    <a:masterClrMapping/>
  </p:clrMapOvr>
  <p:transition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TW" altLang="en-US" noProof="0" smtClean="0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Rectangle 8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zh-TW"/>
          </a:p>
        </p:txBody>
      </p:sp>
      <p:sp>
        <p:nvSpPr>
          <p:cNvPr id="6" name="Rectangle 9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zh-TW"/>
          </a:p>
        </p:txBody>
      </p:sp>
      <p:sp>
        <p:nvSpPr>
          <p:cNvPr id="7" name="Rectangle 10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A8604E9-7A12-4558-93A3-D04B9B1D71D6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1141944100"/>
      </p:ext>
    </p:extLst>
  </p:cSld>
  <p:clrMapOvr>
    <a:masterClrMapping/>
  </p:clrMapOvr>
  <p:transition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Rectangle 8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zh-TW"/>
          </a:p>
        </p:txBody>
      </p:sp>
      <p:sp>
        <p:nvSpPr>
          <p:cNvPr id="5" name="Rectangle 9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zh-TW"/>
          </a:p>
        </p:txBody>
      </p:sp>
      <p:sp>
        <p:nvSpPr>
          <p:cNvPr id="6" name="Rectangle 10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516FA95-C7D2-4DE1-A0DD-E55631C73F72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3188806951"/>
      </p:ext>
    </p:extLst>
  </p:cSld>
  <p:clrMapOvr>
    <a:masterClrMapping/>
  </p:clrMapOvr>
  <p:transition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8813800" y="152400"/>
            <a:ext cx="2667000" cy="5907088"/>
          </a:xfrm>
        </p:spPr>
        <p:txBody>
          <a:bodyPr vert="eaVert"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812800" y="152400"/>
            <a:ext cx="7797800" cy="5907088"/>
          </a:xfrm>
        </p:spPr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Rectangle 8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zh-TW"/>
          </a:p>
        </p:txBody>
      </p:sp>
      <p:sp>
        <p:nvSpPr>
          <p:cNvPr id="5" name="Rectangle 9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zh-TW"/>
          </a:p>
        </p:txBody>
      </p:sp>
      <p:sp>
        <p:nvSpPr>
          <p:cNvPr id="6" name="Rectangle 10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24650E4-CC0B-4496-837D-CF20DC55C080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920914191"/>
      </p:ext>
    </p:extLst>
  </p:cSld>
  <p:clrMapOvr>
    <a:masterClrMapping/>
  </p:clrMapOvr>
  <p:transition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標題及表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12800" y="152400"/>
            <a:ext cx="10363200" cy="1143000"/>
          </a:xfrm>
        </p:spPr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表格版面配置區 2"/>
          <p:cNvSpPr>
            <a:spLocks noGrp="1"/>
          </p:cNvSpPr>
          <p:nvPr>
            <p:ph type="tbl" idx="1"/>
          </p:nvPr>
        </p:nvSpPr>
        <p:spPr>
          <a:xfrm>
            <a:off x="1117600" y="1447800"/>
            <a:ext cx="10363200" cy="4611688"/>
          </a:xfrm>
        </p:spPr>
        <p:txBody>
          <a:bodyPr/>
          <a:lstStyle/>
          <a:p>
            <a:pPr lvl="0"/>
            <a:endParaRPr lang="zh-TW" altLang="en-US" noProof="0" smtClean="0"/>
          </a:p>
        </p:txBody>
      </p:sp>
      <p:sp>
        <p:nvSpPr>
          <p:cNvPr id="4" name="Rectangle 8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zh-TW"/>
          </a:p>
        </p:txBody>
      </p:sp>
      <p:sp>
        <p:nvSpPr>
          <p:cNvPr id="5" name="Rectangle 9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zh-TW"/>
          </a:p>
        </p:txBody>
      </p:sp>
      <p:sp>
        <p:nvSpPr>
          <p:cNvPr id="6" name="Rectangle 10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22D27BD-ACC3-44D8-9031-45256E4542A0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1882488694"/>
      </p:ext>
    </p:extLst>
  </p:cSld>
  <p:clrMapOvr>
    <a:masterClrMapping/>
  </p:clrMapOvr>
  <p:transition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標題，文字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12800" y="152400"/>
            <a:ext cx="10363200" cy="1143000"/>
          </a:xfrm>
        </p:spPr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sz="half" idx="1"/>
          </p:nvPr>
        </p:nvSpPr>
        <p:spPr>
          <a:xfrm>
            <a:off x="1117600" y="1447800"/>
            <a:ext cx="5080000" cy="4611688"/>
          </a:xfrm>
        </p:spPr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400800" y="1447800"/>
            <a:ext cx="5080000" cy="4611688"/>
          </a:xfrm>
        </p:spPr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Rectangle 8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zh-TW"/>
          </a:p>
        </p:txBody>
      </p:sp>
      <p:sp>
        <p:nvSpPr>
          <p:cNvPr id="6" name="Rectangle 9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zh-TW"/>
          </a:p>
        </p:txBody>
      </p:sp>
      <p:sp>
        <p:nvSpPr>
          <p:cNvPr id="7" name="Rectangle 10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790096D-9892-4E4B-B9D9-8E4C1CD7DA42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1844464741"/>
      </p:ext>
    </p:extLst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0">
          <a:gsLst>
            <a:gs pos="0">
              <a:schemeClr val="bg1"/>
            </a:gs>
            <a:gs pos="100000">
              <a:srgbClr val="002F5E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570" name="Rectangle 2"/>
          <p:cNvSpPr>
            <a:spLocks noChangeArrowheads="1"/>
          </p:cNvSpPr>
          <p:nvPr/>
        </p:nvSpPr>
        <p:spPr bwMode="auto">
          <a:xfrm>
            <a:off x="508000" y="1"/>
            <a:ext cx="1930400" cy="6856413"/>
          </a:xfrm>
          <a:prstGeom prst="rect">
            <a:avLst/>
          </a:prstGeom>
          <a:gradFill rotWithShape="0">
            <a:gsLst>
              <a:gs pos="0">
                <a:schemeClr val="bg1">
                  <a:alpha val="50000"/>
                </a:schemeClr>
              </a:gs>
              <a:gs pos="100000">
                <a:schemeClr val="bg1">
                  <a:gamma/>
                  <a:shade val="61961"/>
                  <a:invGamma/>
                </a:schemeClr>
              </a:gs>
            </a:gsLst>
            <a:lin ang="5400000" scaled="1"/>
          </a:gradFill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eaLnBrk="1" hangingPunct="1">
              <a:defRPr/>
            </a:pPr>
            <a:endParaRPr lang="zh-TW" altLang="zh-TW" sz="2400">
              <a:latin typeface="Times New Roman" pitchFamily="18" charset="0"/>
              <a:ea typeface="新細明體" pitchFamily="18" charset="-120"/>
            </a:endParaRPr>
          </a:p>
        </p:txBody>
      </p:sp>
      <p:sp>
        <p:nvSpPr>
          <p:cNvPr id="1027" name="Rectangle 3"/>
          <p:cNvSpPr>
            <a:spLocks noChangeArrowheads="1"/>
          </p:cNvSpPr>
          <p:nvPr/>
        </p:nvSpPr>
        <p:spPr bwMode="auto">
          <a:xfrm>
            <a:off x="239184" y="1341438"/>
            <a:ext cx="6299200" cy="152400"/>
          </a:xfrm>
          <a:prstGeom prst="rect">
            <a:avLst/>
          </a:prstGeom>
          <a:solidFill>
            <a:schemeClr val="accent1">
              <a:alpha val="50195"/>
            </a:schemeClr>
          </a:solidFill>
          <a:ln>
            <a:noFill/>
          </a:ln>
          <a:extLst/>
        </p:spPr>
        <p:txBody>
          <a:bodyPr/>
          <a:lstStyle>
            <a:lvl1pPr eaLnBrk="0" hangingPunct="0">
              <a:defRPr kumimoji="1">
                <a:solidFill>
                  <a:schemeClr val="tx1"/>
                </a:solidFill>
                <a:latin typeface="Arial" pitchFamily="34" charset="0"/>
                <a:ea typeface="標楷體" pitchFamily="65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標楷體" pitchFamily="65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標楷體" pitchFamily="65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標楷體" pitchFamily="65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標楷體" pitchFamily="65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標楷體" pitchFamily="65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標楷體" pitchFamily="65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標楷體" pitchFamily="65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標楷體" pitchFamily="65" charset="-120"/>
              </a:defRPr>
            </a:lvl9pPr>
          </a:lstStyle>
          <a:p>
            <a:pPr eaLnBrk="1" hangingPunct="1">
              <a:defRPr/>
            </a:pPr>
            <a:endParaRPr lang="zh-TW" altLang="zh-TW" sz="2400" smtClean="0">
              <a:latin typeface="Times New Roman" pitchFamily="18" charset="0"/>
              <a:ea typeface="新細明體" pitchFamily="18" charset="-120"/>
            </a:endParaRPr>
          </a:p>
        </p:txBody>
      </p:sp>
      <p:sp>
        <p:nvSpPr>
          <p:cNvPr id="109572" name="Rectangle 4"/>
          <p:cNvSpPr>
            <a:spLocks noChangeArrowheads="1"/>
          </p:cNvSpPr>
          <p:nvPr/>
        </p:nvSpPr>
        <p:spPr bwMode="auto">
          <a:xfrm>
            <a:off x="914400" y="6629401"/>
            <a:ext cx="4673600" cy="227013"/>
          </a:xfrm>
          <a:prstGeom prst="rect">
            <a:avLst/>
          </a:prstGeom>
          <a:gradFill rotWithShape="0">
            <a:gsLst>
              <a:gs pos="0">
                <a:schemeClr val="accent2"/>
              </a:gs>
              <a:gs pos="100000">
                <a:schemeClr val="accent2">
                  <a:gamma/>
                  <a:shade val="46275"/>
                  <a:invGamma/>
                </a:schemeClr>
              </a:gs>
            </a:gsLst>
            <a:lin ang="0" scaled="1"/>
          </a:gradFill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eaLnBrk="1" hangingPunct="1">
              <a:defRPr/>
            </a:pPr>
            <a:endParaRPr lang="zh-TW" altLang="zh-TW" sz="2400">
              <a:latin typeface="Times New Roman" pitchFamily="18" charset="0"/>
              <a:ea typeface="新細明體" pitchFamily="18" charset="-120"/>
            </a:endParaRPr>
          </a:p>
        </p:txBody>
      </p:sp>
      <p:sp>
        <p:nvSpPr>
          <p:cNvPr id="109573" name="Rectangle 5"/>
          <p:cNvSpPr>
            <a:spLocks noChangeArrowheads="1"/>
          </p:cNvSpPr>
          <p:nvPr/>
        </p:nvSpPr>
        <p:spPr bwMode="auto">
          <a:xfrm>
            <a:off x="1018117" y="404813"/>
            <a:ext cx="11173883" cy="762000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bg1">
                  <a:gamma/>
                  <a:shade val="15294"/>
                  <a:invGamma/>
                </a:schemeClr>
              </a:gs>
            </a:gsLst>
            <a:lin ang="0" scaled="1"/>
          </a:gradFill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eaLnBrk="1" hangingPunct="1">
              <a:defRPr/>
            </a:pPr>
            <a:endParaRPr lang="zh-TW" altLang="zh-TW" sz="2400">
              <a:latin typeface="Times New Roman" pitchFamily="18" charset="0"/>
              <a:ea typeface="新細明體" pitchFamily="18" charset="-120"/>
            </a:endParaRPr>
          </a:p>
        </p:txBody>
      </p:sp>
      <p:sp>
        <p:nvSpPr>
          <p:cNvPr id="109574" name="Rectangle 6"/>
          <p:cNvSpPr>
            <a:spLocks noGrp="1" noChangeArrowheads="1"/>
          </p:cNvSpPr>
          <p:nvPr>
            <p:ph type="title"/>
          </p:nvPr>
        </p:nvSpPr>
        <p:spPr bwMode="auto">
          <a:xfrm>
            <a:off x="812800" y="152400"/>
            <a:ext cx="103632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075" tIns="46038" rIns="92075" bIns="46038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 smtClean="0"/>
              <a:t>按一下以編輯母片標題樣式</a:t>
            </a:r>
          </a:p>
        </p:txBody>
      </p:sp>
      <p:sp>
        <p:nvSpPr>
          <p:cNvPr id="109575" name="Rectangle 7"/>
          <p:cNvSpPr>
            <a:spLocks noGrp="1" noChangeArrowheads="1"/>
          </p:cNvSpPr>
          <p:nvPr>
            <p:ph type="body" idx="1"/>
          </p:nvPr>
        </p:nvSpPr>
        <p:spPr bwMode="auto">
          <a:xfrm>
            <a:off x="1117600" y="1447800"/>
            <a:ext cx="10363200" cy="46116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075" tIns="46038" rIns="92075" bIns="46038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 smtClean="0"/>
              <a:t>按一下以編輯母片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</a:p>
        </p:txBody>
      </p:sp>
      <p:sp>
        <p:nvSpPr>
          <p:cNvPr id="109576" name="Rectangle 8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914400" y="6172200"/>
            <a:ext cx="2540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075" tIns="46038" rIns="92075" bIns="46038" numCol="1" anchor="ctr" anchorCtr="0" compatLnSpc="1">
            <a:prstTxWarp prst="textNoShape">
              <a:avLst/>
            </a:prstTxWarp>
          </a:bodyPr>
          <a:lstStyle>
            <a:lvl1pPr eaLnBrk="1" hangingPunct="1">
              <a:defRPr sz="1400">
                <a:latin typeface="Times New Roman" pitchFamily="18" charset="0"/>
                <a:ea typeface="新細明體" pitchFamily="18" charset="-120"/>
              </a:defRPr>
            </a:lvl1pPr>
          </a:lstStyle>
          <a:p>
            <a:pPr>
              <a:defRPr/>
            </a:pPr>
            <a:endParaRPr lang="zh-TW" altLang="zh-TW"/>
          </a:p>
        </p:txBody>
      </p:sp>
      <p:sp>
        <p:nvSpPr>
          <p:cNvPr id="109577" name="Rectangle 9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172200"/>
            <a:ext cx="3860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075" tIns="46038" rIns="92075" bIns="46038" numCol="1" anchor="ctr" anchorCtr="0" compatLnSpc="1">
            <a:prstTxWarp prst="textNoShape">
              <a:avLst/>
            </a:prstTxWarp>
          </a:bodyPr>
          <a:lstStyle>
            <a:lvl1pPr algn="ctr" eaLnBrk="1" hangingPunct="1">
              <a:defRPr sz="1400">
                <a:latin typeface="Times New Roman" pitchFamily="18" charset="0"/>
                <a:ea typeface="新細明體" pitchFamily="18" charset="-120"/>
              </a:defRPr>
            </a:lvl1pPr>
          </a:lstStyle>
          <a:p>
            <a:pPr>
              <a:defRPr/>
            </a:pPr>
            <a:endParaRPr lang="zh-TW" altLang="zh-TW"/>
          </a:p>
        </p:txBody>
      </p:sp>
      <p:sp>
        <p:nvSpPr>
          <p:cNvPr id="109578" name="Rectangle 10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172200"/>
            <a:ext cx="2540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2075" tIns="46038" rIns="92075" bIns="46038" numCol="1" anchor="ctr" anchorCtr="0" compatLnSpc="1">
            <a:prstTxWarp prst="textNoShape">
              <a:avLst/>
            </a:prstTxWarp>
          </a:bodyPr>
          <a:lstStyle>
            <a:lvl1pPr algn="r" eaLnBrk="1" hangingPunct="1">
              <a:defRPr sz="1400" smtClean="0"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</a:lstStyle>
          <a:p>
            <a:pPr>
              <a:defRPr/>
            </a:pPr>
            <a:fld id="{A5A1BC1E-4EED-46B4-AF59-AB96D342EE39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  <p:sp>
        <p:nvSpPr>
          <p:cNvPr id="1035" name="Text Box 11"/>
          <p:cNvSpPr txBox="1">
            <a:spLocks noChangeArrowheads="1"/>
          </p:cNvSpPr>
          <p:nvPr/>
        </p:nvSpPr>
        <p:spPr bwMode="auto">
          <a:xfrm>
            <a:off x="450619" y="0"/>
            <a:ext cx="461665" cy="6858000"/>
          </a:xfrm>
          <a:prstGeom prst="rect">
            <a:avLst/>
          </a:prstGeom>
          <a:noFill/>
          <a:ln>
            <a:noFill/>
          </a:ln>
          <a:extLst/>
        </p:spPr>
        <p:txBody>
          <a:bodyPr vert="eaVert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pitchFamily="34" charset="0"/>
                <a:ea typeface="標楷體" pitchFamily="65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標楷體" pitchFamily="65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標楷體" pitchFamily="65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標楷體" pitchFamily="65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標楷體" pitchFamily="65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標楷體" pitchFamily="65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標楷體" pitchFamily="65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標楷體" pitchFamily="65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標楷體" pitchFamily="65" charset="-120"/>
              </a:defRPr>
            </a:lvl9pPr>
          </a:lstStyle>
          <a:p>
            <a:pPr eaLnBrk="1" hangingPunct="1">
              <a:spcBef>
                <a:spcPct val="50000"/>
              </a:spcBef>
              <a:defRPr/>
            </a:pPr>
            <a:endParaRPr lang="zh-TW" altLang="zh-TW" smtClean="0">
              <a:latin typeface="Times New Roman" pitchFamily="18" charset="0"/>
              <a:ea typeface="新細明體" pitchFamily="18" charset="-120"/>
            </a:endParaRPr>
          </a:p>
        </p:txBody>
      </p:sp>
      <p:sp>
        <p:nvSpPr>
          <p:cNvPr id="1036" name="WordArt 12"/>
          <p:cNvSpPr>
            <a:spLocks noChangeArrowheads="1" noChangeShapeType="1" noTextEdit="1"/>
          </p:cNvSpPr>
          <p:nvPr/>
        </p:nvSpPr>
        <p:spPr bwMode="auto">
          <a:xfrm rot="5400000">
            <a:off x="-2972857" y="2972858"/>
            <a:ext cx="6858000" cy="912284"/>
          </a:xfrm>
          <a:prstGeom prst="rect">
            <a:avLst/>
          </a:prstGeom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wordArtVert"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 fontAlgn="auto"/>
            <a:r>
              <a:rPr lang="en-US" altLang="zh-TW" sz="3600" b="1" kern="10">
                <a:solidFill>
                  <a:schemeClr val="bg1"/>
                </a:solidFill>
                <a:effectLst>
                  <a:outerShdw dist="45791" dir="2021404" algn="ctr" rotWithShape="0">
                    <a:srgbClr val="B2B2B2">
                      <a:alpha val="79999"/>
                    </a:srgbClr>
                  </a:outerShdw>
                </a:effectLst>
                <a:latin typeface="標楷體" panose="03000509000000000000" pitchFamily="65" charset="-120"/>
              </a:rPr>
              <a:t>National Formosa University</a:t>
            </a:r>
            <a:endParaRPr lang="zh-TW" altLang="en-US" sz="3600" b="1" kern="10">
              <a:solidFill>
                <a:schemeClr val="bg1"/>
              </a:solidFill>
              <a:effectLst>
                <a:outerShdw dist="45791" dir="2021404" algn="ctr" rotWithShape="0">
                  <a:srgbClr val="B2B2B2">
                    <a:alpha val="79999"/>
                  </a:srgbClr>
                </a:outerShdw>
              </a:effectLst>
              <a:latin typeface="標楷體" panose="03000509000000000000" pitchFamily="65" charset="-120"/>
            </a:endParaRPr>
          </a:p>
        </p:txBody>
      </p:sp>
      <p:sp>
        <p:nvSpPr>
          <p:cNvPr id="1037" name="Text Box 13"/>
          <p:cNvSpPr txBox="1">
            <a:spLocks noChangeArrowheads="1"/>
          </p:cNvSpPr>
          <p:nvPr userDrawn="1"/>
        </p:nvSpPr>
        <p:spPr bwMode="auto">
          <a:xfrm>
            <a:off x="5588000" y="6491288"/>
            <a:ext cx="2438400" cy="366712"/>
          </a:xfrm>
          <a:prstGeom prst="rect">
            <a:avLst/>
          </a:prstGeom>
          <a:noFill/>
          <a:ln>
            <a:noFill/>
          </a:ln>
          <a:extLst/>
        </p:spPr>
        <p:txBody>
          <a:bodyPr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pitchFamily="34" charset="0"/>
                <a:ea typeface="標楷體" pitchFamily="65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標楷體" pitchFamily="65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標楷體" pitchFamily="65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標楷體" pitchFamily="65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標楷體" pitchFamily="65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標楷體" pitchFamily="65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標楷體" pitchFamily="65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標楷體" pitchFamily="65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標楷體" pitchFamily="65" charset="-120"/>
              </a:defRPr>
            </a:lvl9pPr>
          </a:lstStyle>
          <a:p>
            <a:pPr eaLnBrk="1" hangingPunct="1">
              <a:spcBef>
                <a:spcPct val="50000"/>
              </a:spcBef>
              <a:defRPr/>
            </a:pPr>
            <a:r>
              <a:rPr lang="zh-TW" altLang="en-US" smtClean="0">
                <a:ea typeface="華康唐風隸" pitchFamily="49" charset="-120"/>
              </a:rPr>
              <a:t>數位系統實習</a:t>
            </a:r>
          </a:p>
        </p:txBody>
      </p:sp>
    </p:spTree>
  </p:cSld>
  <p:clrMap bg1="dk2" tx1="lt1" bg2="dk1" tx2="lt2" accent1="accent1" accent2="accent2" accent3="accent3" accent4="accent4" accent5="accent5" accent6="accent6" hlink="hlink" folHlink="folHlink"/>
  <p:sldLayoutIdLst>
    <p:sldLayoutId id="2147483926" r:id="rId1"/>
    <p:sldLayoutId id="2147483914" r:id="rId2"/>
    <p:sldLayoutId id="2147483915" r:id="rId3"/>
    <p:sldLayoutId id="2147483916" r:id="rId4"/>
    <p:sldLayoutId id="2147483917" r:id="rId5"/>
    <p:sldLayoutId id="2147483918" r:id="rId6"/>
    <p:sldLayoutId id="2147483919" r:id="rId7"/>
    <p:sldLayoutId id="2147483920" r:id="rId8"/>
    <p:sldLayoutId id="2147483921" r:id="rId9"/>
    <p:sldLayoutId id="2147483922" r:id="rId10"/>
    <p:sldLayoutId id="2147483923" r:id="rId11"/>
    <p:sldLayoutId id="2147483924" r:id="rId12"/>
    <p:sldLayoutId id="2147483925" r:id="rId13"/>
  </p:sldLayoutIdLst>
  <p:transition/>
  <p:timing>
    <p:tnLst>
      <p:par>
        <p:cTn id="1" dur="indefinite" restart="never" nodeType="tmRoot"/>
      </p:par>
    </p:tnLst>
  </p:timing>
  <p:txStyles>
    <p:titleStyle>
      <a:lvl1pPr algn="l" rtl="0" eaLnBrk="0" fontAlgn="base" hangingPunct="0">
        <a:spcBef>
          <a:spcPct val="0"/>
        </a:spcBef>
        <a:spcAft>
          <a:spcPct val="0"/>
        </a:spcAft>
        <a:defRPr kumimoji="1" sz="4400" b="1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kumimoji="1" sz="4400" b="1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Tempus Sans ITC" pitchFamily="82" charset="0"/>
          <a:ea typeface="金梅浪漫原體字" pitchFamily="49" charset="-12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kumimoji="1" sz="4400" b="1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Tempus Sans ITC" pitchFamily="82" charset="0"/>
          <a:ea typeface="金梅浪漫原體字" pitchFamily="49" charset="-12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kumimoji="1" sz="4400" b="1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Tempus Sans ITC" pitchFamily="82" charset="0"/>
          <a:ea typeface="金梅浪漫原體字" pitchFamily="49" charset="-12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kumimoji="1" sz="4400" b="1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Tempus Sans ITC" pitchFamily="82" charset="0"/>
          <a:ea typeface="金梅浪漫原體字" pitchFamily="49" charset="-120"/>
        </a:defRPr>
      </a:lvl5pPr>
      <a:lvl6pPr marL="457200" algn="l" rtl="0" fontAlgn="base">
        <a:spcBef>
          <a:spcPct val="0"/>
        </a:spcBef>
        <a:spcAft>
          <a:spcPct val="0"/>
        </a:spcAft>
        <a:defRPr kumimoji="1" sz="4400" b="1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Tempus Sans ITC" pitchFamily="82" charset="0"/>
          <a:ea typeface="金梅浪漫原體字" pitchFamily="49" charset="-120"/>
        </a:defRPr>
      </a:lvl6pPr>
      <a:lvl7pPr marL="914400" algn="l" rtl="0" fontAlgn="base">
        <a:spcBef>
          <a:spcPct val="0"/>
        </a:spcBef>
        <a:spcAft>
          <a:spcPct val="0"/>
        </a:spcAft>
        <a:defRPr kumimoji="1" sz="4400" b="1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Tempus Sans ITC" pitchFamily="82" charset="0"/>
          <a:ea typeface="金梅浪漫原體字" pitchFamily="49" charset="-120"/>
        </a:defRPr>
      </a:lvl7pPr>
      <a:lvl8pPr marL="1371600" algn="l" rtl="0" fontAlgn="base">
        <a:spcBef>
          <a:spcPct val="0"/>
        </a:spcBef>
        <a:spcAft>
          <a:spcPct val="0"/>
        </a:spcAft>
        <a:defRPr kumimoji="1" sz="4400" b="1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Tempus Sans ITC" pitchFamily="82" charset="0"/>
          <a:ea typeface="金梅浪漫原體字" pitchFamily="49" charset="-120"/>
        </a:defRPr>
      </a:lvl8pPr>
      <a:lvl9pPr marL="1828800" algn="l" rtl="0" fontAlgn="base">
        <a:spcBef>
          <a:spcPct val="0"/>
        </a:spcBef>
        <a:spcAft>
          <a:spcPct val="0"/>
        </a:spcAft>
        <a:defRPr kumimoji="1" sz="4400" b="1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Tempus Sans ITC" pitchFamily="82" charset="0"/>
          <a:ea typeface="金梅浪漫原體字" pitchFamily="49" charset="-12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80000"/>
        <a:buFont typeface="Wingdings" panose="05000000000000000000" pitchFamily="2" charset="2"/>
        <a:buChar char="l"/>
        <a:defRPr kumimoji="1" sz="3200" b="1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kumimoji="1" sz="2800" b="1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Char char="•"/>
        <a:defRPr kumimoji="1" sz="2400" b="1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kumimoji="1" sz="2000" b="1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Char char="•"/>
        <a:defRPr kumimoji="1" sz="2000" b="1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accent2"/>
        </a:buClr>
        <a:buChar char="•"/>
        <a:defRPr kumimoji="1" sz="2000" b="1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accent2"/>
        </a:buClr>
        <a:buChar char="•"/>
        <a:defRPr kumimoji="1" sz="2000" b="1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accent2"/>
        </a:buClr>
        <a:buChar char="•"/>
        <a:defRPr kumimoji="1" sz="2000" b="1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accent2"/>
        </a:buClr>
        <a:buChar char="•"/>
        <a:defRPr kumimoji="1" sz="2000" b="1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7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9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1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5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2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5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8.png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9" name="Rectangle 5"/>
          <p:cNvSpPr>
            <a:spLocks noGrp="1" noChangeArrowheads="1"/>
          </p:cNvSpPr>
          <p:nvPr>
            <p:ph type="title"/>
          </p:nvPr>
        </p:nvSpPr>
        <p:spPr>
          <a:xfrm>
            <a:off x="1981200" y="2438400"/>
            <a:ext cx="8229600" cy="1143000"/>
          </a:xfrm>
        </p:spPr>
        <p:txBody>
          <a:bodyPr/>
          <a:lstStyle/>
          <a:p>
            <a:pPr algn="ctr" eaLnBrk="1" hangingPunct="1">
              <a:defRPr/>
            </a:pPr>
            <a:r>
              <a:rPr kumimoji="0" lang="en-US" altLang="zh-TW" sz="8800" dirty="0">
                <a:solidFill>
                  <a:schemeClr val="tx1"/>
                </a:solidFill>
                <a:ea typeface="Arial Unicode MS" pitchFamily="34" charset="-120"/>
                <a:cs typeface="Arial Unicode MS" pitchFamily="34" charset="-120"/>
              </a:rPr>
              <a:t>Lab 4</a:t>
            </a:r>
            <a:endParaRPr lang="en-US" altLang="zh-TW" sz="8800" dirty="0">
              <a:solidFill>
                <a:schemeClr val="tx1"/>
              </a:solidFill>
              <a:ea typeface="Arial Unicode MS" pitchFamily="34" charset="-120"/>
              <a:cs typeface="Arial Unicode MS" pitchFamily="34" charset="-120"/>
            </a:endParaRPr>
          </a:p>
        </p:txBody>
      </p:sp>
      <p:sp>
        <p:nvSpPr>
          <p:cNvPr id="6150" name="Rectangle 6"/>
          <p:cNvSpPr>
            <a:spLocks noChangeArrowheads="1"/>
          </p:cNvSpPr>
          <p:nvPr/>
        </p:nvSpPr>
        <p:spPr bwMode="auto">
          <a:xfrm>
            <a:off x="4343400" y="4495800"/>
            <a:ext cx="38862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92075" tIns="46038" rIns="92075" bIns="46038" anchor="ctr"/>
          <a:lstStyle/>
          <a:p>
            <a:pPr algn="ctr" eaLnBrk="1" hangingPunct="1">
              <a:defRPr/>
            </a:pPr>
            <a:r>
              <a:rPr lang="zh-TW" altLang="en-US" sz="3200" b="1">
                <a:effectLst>
                  <a:outerShdw blurRad="38100" dist="38100" dir="2700000" algn="tl">
                    <a:srgbClr val="000000"/>
                  </a:outerShdw>
                </a:effectLst>
                <a:latin typeface="+mn-ea"/>
                <a:ea typeface="+mn-ea"/>
              </a:rPr>
              <a:t>順序</a:t>
            </a:r>
            <a:r>
              <a:rPr lang="zh-TW" altLang="en-US" sz="3200" b="1" dirty="0">
                <a:effectLst>
                  <a:outerShdw blurRad="38100" dist="38100" dir="2700000" algn="tl">
                    <a:srgbClr val="000000"/>
                  </a:outerShdw>
                </a:effectLst>
                <a:latin typeface="Tempus Sans ITC" pitchFamily="82" charset="0"/>
                <a:ea typeface="金梅浪漫原體字" pitchFamily="49" charset="-120"/>
              </a:rPr>
              <a:t/>
            </a:r>
            <a:br>
              <a:rPr lang="zh-TW" altLang="en-US" sz="3200" b="1" dirty="0">
                <a:effectLst>
                  <a:outerShdw blurRad="38100" dist="38100" dir="2700000" algn="tl">
                    <a:srgbClr val="000000"/>
                  </a:outerShdw>
                </a:effectLst>
                <a:latin typeface="Tempus Sans ITC" pitchFamily="82" charset="0"/>
                <a:ea typeface="金梅浪漫原體字" pitchFamily="49" charset="-120"/>
              </a:rPr>
            </a:br>
            <a:r>
              <a:rPr lang="zh-TW" altLang="en-US" sz="3200" b="1" dirty="0">
                <a:effectLst>
                  <a:outerShdw blurRad="38100" dist="38100" dir="2700000" algn="tl">
                    <a:srgbClr val="000000"/>
                  </a:outerShdw>
                </a:effectLst>
                <a:latin typeface="Tempus Sans ITC" pitchFamily="82" charset="0"/>
                <a:ea typeface="金梅浪漫原體字" pitchFamily="49" charset="-120"/>
              </a:rPr>
              <a:t>邏輯實習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D</a:t>
            </a:r>
            <a:r>
              <a:rPr lang="zh-TW" altLang="en-US" dirty="0" smtClean="0"/>
              <a:t>型正反器</a:t>
            </a:r>
            <a:r>
              <a:rPr lang="en-US" altLang="zh-TW" dirty="0" err="1" smtClean="0"/>
              <a:t>my_dff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TW" altLang="en-US" dirty="0"/>
          </a:p>
        </p:txBody>
      </p:sp>
      <p:pic>
        <p:nvPicPr>
          <p:cNvPr id="9" name="圖片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17475" y="1156027"/>
            <a:ext cx="5553850" cy="3172268"/>
          </a:xfrm>
          <a:prstGeom prst="rect">
            <a:avLst/>
          </a:prstGeom>
        </p:spPr>
      </p:pic>
      <p:sp>
        <p:nvSpPr>
          <p:cNvPr id="7" name="圓角矩形圖說文字 6"/>
          <p:cNvSpPr/>
          <p:nvPr/>
        </p:nvSpPr>
        <p:spPr bwMode="auto">
          <a:xfrm>
            <a:off x="8428425" y="1021232"/>
            <a:ext cx="685800" cy="700737"/>
          </a:xfrm>
          <a:prstGeom prst="wedgeRoundRectCallout">
            <a:avLst>
              <a:gd name="adj1" fmla="val -195893"/>
              <a:gd name="adj2" fmla="val 109456"/>
              <a:gd name="adj3" fmla="val 16667"/>
            </a:avLst>
          </a:prstGeom>
          <a:solidFill>
            <a:srgbClr val="FF0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eaLnBrk="1" hangingPunct="1"/>
            <a:r>
              <a:rPr lang="zh-TW" altLang="en-US" dirty="0">
                <a:latin typeface="Arial" charset="0"/>
              </a:rPr>
              <a:t>電路</a:t>
            </a:r>
          </a:p>
        </p:txBody>
      </p:sp>
      <p:pic>
        <p:nvPicPr>
          <p:cNvPr id="10" name="圖片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81600" y="4495587"/>
            <a:ext cx="1286054" cy="1524213"/>
          </a:xfrm>
          <a:prstGeom prst="rect">
            <a:avLst/>
          </a:prstGeom>
        </p:spPr>
      </p:pic>
      <p:sp>
        <p:nvSpPr>
          <p:cNvPr id="8" name="圓角矩形圖說文字 7"/>
          <p:cNvSpPr/>
          <p:nvPr/>
        </p:nvSpPr>
        <p:spPr bwMode="auto">
          <a:xfrm>
            <a:off x="6629400" y="4556956"/>
            <a:ext cx="685800" cy="700737"/>
          </a:xfrm>
          <a:prstGeom prst="wedgeRoundRectCallout">
            <a:avLst>
              <a:gd name="adj1" fmla="val -103159"/>
              <a:gd name="adj2" fmla="val 32034"/>
              <a:gd name="adj3" fmla="val 16667"/>
            </a:avLst>
          </a:prstGeom>
          <a:solidFill>
            <a:srgbClr val="FF0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eaLnBrk="1" hangingPunct="1"/>
            <a:r>
              <a:rPr lang="zh-TW" altLang="en-US" dirty="0" smtClean="0">
                <a:latin typeface="Arial" charset="0"/>
              </a:rPr>
              <a:t>符</a:t>
            </a:r>
            <a:r>
              <a:rPr lang="zh-TW" altLang="en-US" dirty="0">
                <a:latin typeface="Arial" charset="0"/>
              </a:rPr>
              <a:t>號</a:t>
            </a:r>
          </a:p>
        </p:txBody>
      </p:sp>
    </p:spTree>
    <p:extLst>
      <p:ext uri="{BB962C8B-B14F-4D97-AF65-F5344CB8AC3E}">
        <p14:creationId xmlns:p14="http://schemas.microsoft.com/office/powerpoint/2010/main" val="2961107981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Simulation Result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TW" altLang="en-US"/>
          </a:p>
        </p:txBody>
      </p:sp>
      <p:pic>
        <p:nvPicPr>
          <p:cNvPr id="4" name="圖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1" y="2376488"/>
            <a:ext cx="14868525" cy="2105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8414227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5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8.33333E-7 0 L -0.62969 0 " pathEditMode="relative" rAng="0" ptsTypes="AA">
                                      <p:cBhvr>
                                        <p:cTn id="6" dur="2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31493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 smtClean="0"/>
              <a:t>以</a:t>
            </a:r>
            <a:r>
              <a:rPr lang="en-US" altLang="zh-TW" dirty="0" err="1" smtClean="0"/>
              <a:t>my_dff</a:t>
            </a:r>
            <a:r>
              <a:rPr lang="zh-TW" altLang="en-US" dirty="0" smtClean="0"/>
              <a:t>設計</a:t>
            </a:r>
            <a:r>
              <a:rPr lang="en-US" altLang="zh-TW" dirty="0" err="1" smtClean="0"/>
              <a:t>my_tff</a:t>
            </a:r>
            <a:endParaRPr lang="zh-TW" altLang="en-US" dirty="0"/>
          </a:p>
        </p:txBody>
      </p:sp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812800" y="1524000"/>
            <a:ext cx="10541000" cy="4611688"/>
          </a:xfrm>
        </p:spPr>
        <p:txBody>
          <a:bodyPr/>
          <a:lstStyle/>
          <a:p>
            <a:r>
              <a:rPr lang="zh-TW" altLang="en-US" dirty="0" smtClean="0"/>
              <a:t>存檔為</a:t>
            </a:r>
            <a:r>
              <a:rPr lang="en-US" altLang="zh-TW" dirty="0" err="1" smtClean="0"/>
              <a:t>my_tff</a:t>
            </a:r>
            <a:endParaRPr lang="en-US" altLang="zh-TW" dirty="0" smtClean="0"/>
          </a:p>
          <a:p>
            <a:r>
              <a:rPr lang="zh-TW" altLang="en-US" dirty="0" smtClean="0"/>
              <a:t>即為除以</a:t>
            </a:r>
            <a:r>
              <a:rPr lang="en-US" altLang="zh-TW" dirty="0" smtClean="0"/>
              <a:t>2</a:t>
            </a:r>
            <a:r>
              <a:rPr lang="zh-TW" altLang="en-US" dirty="0" smtClean="0"/>
              <a:t>電路</a:t>
            </a:r>
            <a:endParaRPr lang="zh-TW" altLang="en-US" dirty="0"/>
          </a:p>
        </p:txBody>
      </p:sp>
      <p:sp>
        <p:nvSpPr>
          <p:cNvPr id="7" name="圓角矩形圖說文字 6"/>
          <p:cNvSpPr/>
          <p:nvPr/>
        </p:nvSpPr>
        <p:spPr bwMode="auto">
          <a:xfrm>
            <a:off x="8991600" y="3200401"/>
            <a:ext cx="685800" cy="700737"/>
          </a:xfrm>
          <a:prstGeom prst="wedgeRoundRectCallout">
            <a:avLst>
              <a:gd name="adj1" fmla="val -35648"/>
              <a:gd name="adj2" fmla="val 91498"/>
              <a:gd name="adj3" fmla="val 16667"/>
            </a:avLst>
          </a:prstGeom>
          <a:solidFill>
            <a:srgbClr val="FF0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eaLnBrk="1" hangingPunct="1"/>
            <a:r>
              <a:rPr lang="zh-TW" altLang="en-US" dirty="0">
                <a:latin typeface="Arial" charset="0"/>
              </a:rPr>
              <a:t>電路</a:t>
            </a:r>
          </a:p>
        </p:txBody>
      </p:sp>
      <p:sp>
        <p:nvSpPr>
          <p:cNvPr id="8" name="圓角矩形圖說文字 7"/>
          <p:cNvSpPr/>
          <p:nvPr/>
        </p:nvSpPr>
        <p:spPr bwMode="auto">
          <a:xfrm>
            <a:off x="8229600" y="1676401"/>
            <a:ext cx="685800" cy="700737"/>
          </a:xfrm>
          <a:prstGeom prst="wedgeRoundRectCallout">
            <a:avLst>
              <a:gd name="adj1" fmla="val -103159"/>
              <a:gd name="adj2" fmla="val 32034"/>
              <a:gd name="adj3" fmla="val 16667"/>
            </a:avLst>
          </a:prstGeom>
          <a:solidFill>
            <a:srgbClr val="FF0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eaLnBrk="1" hangingPunct="1"/>
            <a:r>
              <a:rPr lang="zh-TW" altLang="en-US" dirty="0" smtClean="0">
                <a:latin typeface="Arial" charset="0"/>
              </a:rPr>
              <a:t>符</a:t>
            </a:r>
            <a:r>
              <a:rPr lang="zh-TW" altLang="en-US" dirty="0">
                <a:latin typeface="Arial" charset="0"/>
              </a:rPr>
              <a:t>號</a:t>
            </a:r>
          </a:p>
        </p:txBody>
      </p:sp>
      <p:pic>
        <p:nvPicPr>
          <p:cNvPr id="3" name="圖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7282" y="1360906"/>
            <a:ext cx="1533739" cy="1619476"/>
          </a:xfrm>
          <a:prstGeom prst="rect">
            <a:avLst/>
          </a:prstGeom>
        </p:spPr>
      </p:pic>
      <p:pic>
        <p:nvPicPr>
          <p:cNvPr id="9" name="圖片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71165" y="3407575"/>
            <a:ext cx="7011378" cy="26864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1375907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 smtClean="0"/>
              <a:t>模擬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TW" altLang="en-US"/>
          </a:p>
        </p:txBody>
      </p:sp>
      <p:pic>
        <p:nvPicPr>
          <p:cNvPr id="5" name="圖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33526" y="2657476"/>
            <a:ext cx="14239875" cy="2066925"/>
          </a:xfrm>
          <a:prstGeom prst="rect">
            <a:avLst/>
          </a:prstGeom>
        </p:spPr>
      </p:pic>
      <p:pic>
        <p:nvPicPr>
          <p:cNvPr id="6" name="圖片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29400" y="723900"/>
            <a:ext cx="1533739" cy="16194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2167165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5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5E-6 0.00556 L -0.56302 0.0007 " pathEditMode="relative" rAng="0" ptsTypes="AA">
                                      <p:cBhvr>
                                        <p:cTn id="6" dur="2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8160" y="-255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 smtClean="0"/>
              <a:t>除以</a:t>
            </a:r>
            <a:r>
              <a:rPr lang="en-US" altLang="zh-TW" dirty="0" smtClean="0"/>
              <a:t>4</a:t>
            </a:r>
            <a:r>
              <a:rPr lang="zh-TW" altLang="en-US" dirty="0" smtClean="0"/>
              <a:t>電路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TW" altLang="en-US"/>
          </a:p>
        </p:txBody>
      </p:sp>
      <p:pic>
        <p:nvPicPr>
          <p:cNvPr id="9" name="圖片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0" y="4552950"/>
            <a:ext cx="17564100" cy="2228850"/>
          </a:xfrm>
          <a:prstGeom prst="rect">
            <a:avLst/>
          </a:prstGeom>
        </p:spPr>
      </p:pic>
      <p:pic>
        <p:nvPicPr>
          <p:cNvPr id="4" name="圖片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07487" y="1117509"/>
            <a:ext cx="7573825" cy="3283041"/>
          </a:xfrm>
          <a:prstGeom prst="rect">
            <a:avLst/>
          </a:prstGeom>
        </p:spPr>
      </p:pic>
      <p:pic>
        <p:nvPicPr>
          <p:cNvPr id="5" name="圖片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25236" y="331175"/>
            <a:ext cx="1848108" cy="15527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487946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5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33333E-6 1.11111E-6 L -0.91875 -0.00417 " pathEditMode="relative" rAng="0" ptsTypes="AA">
                                      <p:cBhvr>
                                        <p:cTn id="6" dur="2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45937" y="-208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 smtClean="0"/>
              <a:t>除以</a:t>
            </a:r>
            <a:r>
              <a:rPr lang="en-US" altLang="zh-TW" dirty="0" smtClean="0"/>
              <a:t>16</a:t>
            </a:r>
            <a:r>
              <a:rPr lang="zh-TW" altLang="en-US" dirty="0" smtClean="0"/>
              <a:t>電路與模擬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TW" altLang="en-US" dirty="0"/>
          </a:p>
        </p:txBody>
      </p:sp>
      <p:pic>
        <p:nvPicPr>
          <p:cNvPr id="5" name="圖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24000" y="4495800"/>
            <a:ext cx="16764000" cy="2305050"/>
          </a:xfrm>
          <a:prstGeom prst="rect">
            <a:avLst/>
          </a:prstGeom>
        </p:spPr>
      </p:pic>
      <p:pic>
        <p:nvPicPr>
          <p:cNvPr id="9" name="圖片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96200" y="42166"/>
            <a:ext cx="1847850" cy="1438275"/>
          </a:xfrm>
          <a:prstGeom prst="rect">
            <a:avLst/>
          </a:prstGeom>
        </p:spPr>
      </p:pic>
      <p:pic>
        <p:nvPicPr>
          <p:cNvPr id="4" name="圖片 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514600" y="1590675"/>
            <a:ext cx="7851527" cy="28342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9738073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5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33333E-6 -1.11111E-6 L -0.74167 -0.00139 " pathEditMode="relative" rAng="0" ptsTypes="AA">
                                      <p:cBhvr>
                                        <p:cTn id="6" dur="2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37083" y="-69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 smtClean="0"/>
              <a:t>結果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TW" altLang="en-US"/>
          </a:p>
        </p:txBody>
      </p:sp>
      <p:pic>
        <p:nvPicPr>
          <p:cNvPr id="4" name="圖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81200" y="1143001"/>
            <a:ext cx="8362950" cy="2924175"/>
          </a:xfrm>
          <a:prstGeom prst="rect">
            <a:avLst/>
          </a:prstGeom>
        </p:spPr>
      </p:pic>
      <p:pic>
        <p:nvPicPr>
          <p:cNvPr id="5" name="圖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24000" y="4219576"/>
            <a:ext cx="17716500" cy="2486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0947906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5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11022E-16 2.22222E-6 L -0.93542 0.00347 " pathEditMode="relative" rAng="0" ptsTypes="AA">
                                      <p:cBhvr>
                                        <p:cTn id="6" dur="2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46771" y="162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 idx="4294967295"/>
          </p:nvPr>
        </p:nvSpPr>
        <p:spPr/>
        <p:txBody>
          <a:bodyPr/>
          <a:lstStyle/>
          <a:p>
            <a:pPr>
              <a:defRPr/>
            </a:pPr>
            <a:r>
              <a:rPr lang="zh-TW" altLang="en-US" dirty="0" smtClean="0"/>
              <a:t>除頻電路</a:t>
            </a:r>
            <a:endParaRPr lang="en-US" altLang="zh-TW" dirty="0" smtClean="0"/>
          </a:p>
        </p:txBody>
      </p:sp>
      <p:sp>
        <p:nvSpPr>
          <p:cNvPr id="4" name="Rectangle 3"/>
          <p:cNvSpPr txBox="1">
            <a:spLocks noChangeArrowheads="1"/>
          </p:cNvSpPr>
          <p:nvPr/>
        </p:nvSpPr>
        <p:spPr bwMode="auto">
          <a:xfrm>
            <a:off x="1066800" y="1447800"/>
            <a:ext cx="9525000" cy="5029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92075" tIns="46038" rIns="92075" bIns="46038"/>
          <a:lstStyle/>
          <a:p>
            <a:pPr marL="342900" indent="-342900" eaLnBrk="1" hangingPunct="1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l"/>
              <a:defRPr/>
            </a:pPr>
            <a:r>
              <a:rPr lang="zh-TW" altLang="en-US" sz="2800" b="1" dirty="0">
                <a:effectLst>
                  <a:outerShdw blurRad="38100" dist="38100" dir="2700000" algn="tl">
                    <a:srgbClr val="000000"/>
                  </a:outerShdw>
                </a:effectLst>
                <a:latin typeface="金梅浪漫原體字" pitchFamily="49" charset="-120"/>
                <a:ea typeface="金梅浪漫原體字" pitchFamily="49" charset="-120"/>
              </a:rPr>
              <a:t>因實習板的時脈為</a:t>
            </a:r>
            <a:r>
              <a:rPr lang="en-US" altLang="zh-TW" sz="2800" b="1" dirty="0">
                <a:effectLst>
                  <a:outerShdw blurRad="38100" dist="38100" dir="2700000" algn="tl">
                    <a:srgbClr val="000000"/>
                  </a:outerShdw>
                </a:effectLst>
                <a:latin typeface="金梅浪漫原體字" pitchFamily="49" charset="-120"/>
                <a:ea typeface="金梅浪漫原體字" pitchFamily="49" charset="-120"/>
              </a:rPr>
              <a:t>50MHz</a:t>
            </a:r>
            <a:r>
              <a:rPr lang="zh-TW" altLang="en-US" sz="2800" b="1" dirty="0">
                <a:effectLst>
                  <a:outerShdw blurRad="38100" dist="38100" dir="2700000" algn="tl">
                    <a:srgbClr val="000000"/>
                  </a:outerShdw>
                </a:effectLst>
                <a:latin typeface="金梅浪漫原體字" pitchFamily="49" charset="-120"/>
                <a:ea typeface="金梅浪漫原體字" pitchFamily="49" charset="-120"/>
              </a:rPr>
              <a:t>，不利觀察實驗結果</a:t>
            </a:r>
            <a:r>
              <a:rPr lang="zh-TW" altLang="en-US" sz="2800" b="1">
                <a:effectLst>
                  <a:outerShdw blurRad="38100" dist="38100" dir="2700000" algn="tl">
                    <a:srgbClr val="000000"/>
                  </a:outerShdw>
                </a:effectLst>
                <a:latin typeface="金梅浪漫原體字" pitchFamily="49" charset="-120"/>
                <a:ea typeface="金梅浪漫原體字" pitchFamily="49" charset="-120"/>
              </a:rPr>
              <a:t>，</a:t>
            </a:r>
            <a:r>
              <a:rPr lang="zh-TW" altLang="en-US" sz="2800" b="1" smtClean="0">
                <a:effectLst>
                  <a:outerShdw blurRad="38100" dist="38100" dir="2700000" algn="tl">
                    <a:srgbClr val="000000"/>
                  </a:outerShdw>
                </a:effectLst>
                <a:latin typeface="金梅浪漫原體字" pitchFamily="49" charset="-120"/>
                <a:ea typeface="金梅浪漫原體字" pitchFamily="49" charset="-120"/>
              </a:rPr>
              <a:t>因此須對</a:t>
            </a:r>
            <a:r>
              <a:rPr lang="zh-TW" altLang="en-US" sz="2800" b="1" dirty="0">
                <a:effectLst>
                  <a:outerShdw blurRad="38100" dist="38100" dir="2700000" algn="tl">
                    <a:srgbClr val="000000"/>
                  </a:outerShdw>
                </a:effectLst>
                <a:latin typeface="金梅浪漫原體字" pitchFamily="49" charset="-120"/>
                <a:ea typeface="金梅浪漫原體字" pitchFamily="49" charset="-120"/>
              </a:rPr>
              <a:t>時脈作除頻。</a:t>
            </a:r>
            <a:endParaRPr lang="en-US" altLang="zh-TW" sz="2800" b="1" dirty="0">
              <a:effectLst>
                <a:outerShdw blurRad="38100" dist="38100" dir="2700000" algn="tl">
                  <a:srgbClr val="000000"/>
                </a:outerShdw>
              </a:effectLst>
              <a:latin typeface="金梅浪漫原體字" pitchFamily="49" charset="-120"/>
              <a:ea typeface="金梅浪漫原體字" pitchFamily="49" charset="-120"/>
            </a:endParaRPr>
          </a:p>
          <a:p>
            <a:pPr marL="342900" indent="-342900" eaLnBrk="1" hangingPunct="1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l"/>
              <a:defRPr/>
            </a:pPr>
            <a:r>
              <a:rPr lang="zh-TW" altLang="en-US" sz="2800" b="1" dirty="0">
                <a:effectLst>
                  <a:outerShdw blurRad="38100" dist="38100" dir="2700000" algn="tl">
                    <a:srgbClr val="000000"/>
                  </a:outerShdw>
                </a:effectLst>
                <a:latin typeface="金梅浪漫原體字" pitchFamily="49" charset="-120"/>
                <a:ea typeface="金梅浪漫原體字" pitchFamily="49" charset="-120"/>
              </a:rPr>
              <a:t>以六個除以</a:t>
            </a:r>
            <a:r>
              <a:rPr lang="en-US" altLang="zh-TW" sz="2800" b="1" dirty="0">
                <a:effectLst>
                  <a:outerShdw blurRad="38100" dist="38100" dir="2700000" algn="tl">
                    <a:srgbClr val="000000"/>
                  </a:outerShdw>
                </a:effectLst>
                <a:latin typeface="金梅浪漫原體字" pitchFamily="49" charset="-120"/>
                <a:ea typeface="金梅浪漫原體字" pitchFamily="49" charset="-120"/>
              </a:rPr>
              <a:t>16</a:t>
            </a:r>
            <a:r>
              <a:rPr lang="zh-TW" altLang="en-US" sz="2800" b="1" dirty="0">
                <a:effectLst>
                  <a:outerShdw blurRad="38100" dist="38100" dir="2700000" algn="tl">
                    <a:srgbClr val="000000"/>
                  </a:outerShdw>
                </a:effectLst>
                <a:latin typeface="金梅浪漫原體字" pitchFamily="49" charset="-120"/>
                <a:ea typeface="金梅浪漫原體字" pitchFamily="49" charset="-120"/>
              </a:rPr>
              <a:t>的電路</a:t>
            </a:r>
            <a:r>
              <a:rPr lang="zh-TW" altLang="en-US" sz="2800" b="1" dirty="0" smtClean="0">
                <a:effectLst>
                  <a:outerShdw blurRad="38100" dist="38100" dir="2700000" algn="tl">
                    <a:srgbClr val="000000"/>
                  </a:outerShdw>
                </a:effectLst>
                <a:latin typeface="金梅浪漫原體字" pitchFamily="49" charset="-120"/>
                <a:ea typeface="金梅浪漫原體字" pitchFamily="49" charset="-120"/>
              </a:rPr>
              <a:t>，成為</a:t>
            </a:r>
            <a:r>
              <a:rPr lang="zh-TW" altLang="en-US" sz="2800" b="1" dirty="0">
                <a:effectLst>
                  <a:outerShdw blurRad="38100" dist="38100" dir="2700000" algn="tl">
                    <a:srgbClr val="000000"/>
                  </a:outerShdw>
                </a:effectLst>
                <a:latin typeface="金梅浪漫原體字" pitchFamily="49" charset="-120"/>
                <a:ea typeface="金梅浪漫原體字" pitchFamily="49" charset="-120"/>
              </a:rPr>
              <a:t>一個除</a:t>
            </a:r>
            <a:r>
              <a:rPr lang="zh-TW" altLang="en-US" sz="2800" b="1" dirty="0" smtClean="0">
                <a:effectLst>
                  <a:outerShdw blurRad="38100" dist="38100" dir="2700000" algn="tl">
                    <a:srgbClr val="000000"/>
                  </a:outerShdw>
                </a:effectLst>
                <a:latin typeface="金梅浪漫原體字" pitchFamily="49" charset="-120"/>
                <a:ea typeface="金梅浪漫原體字" pitchFamily="49" charset="-120"/>
              </a:rPr>
              <a:t>以</a:t>
            </a:r>
            <a:r>
              <a:rPr lang="en-US" altLang="zh-TW" sz="2800" b="1" dirty="0" smtClean="0">
                <a:effectLst>
                  <a:outerShdw blurRad="38100" dist="38100" dir="2700000" algn="tl">
                    <a:srgbClr val="000000"/>
                  </a:outerShdw>
                </a:effectLst>
                <a:latin typeface="金梅浪漫原體字" pitchFamily="49" charset="-120"/>
                <a:ea typeface="金梅浪漫原體字" pitchFamily="49" charset="-120"/>
              </a:rPr>
              <a:t>16M</a:t>
            </a:r>
            <a:r>
              <a:rPr lang="zh-TW" altLang="en-US" sz="2800" b="1" dirty="0">
                <a:effectLst>
                  <a:outerShdw blurRad="38100" dist="38100" dir="2700000" algn="tl">
                    <a:srgbClr val="000000"/>
                  </a:outerShdw>
                </a:effectLst>
                <a:latin typeface="金梅浪漫原體字" pitchFamily="49" charset="-120"/>
                <a:ea typeface="金梅浪漫原體字" pitchFamily="49" charset="-120"/>
              </a:rPr>
              <a:t>的除頻路，使</a:t>
            </a:r>
            <a:r>
              <a:rPr lang="en-US" altLang="zh-TW" sz="2800" b="1" dirty="0">
                <a:effectLst>
                  <a:outerShdw blurRad="38100" dist="38100" dir="2700000" algn="tl">
                    <a:srgbClr val="000000"/>
                  </a:outerShdw>
                </a:effectLst>
                <a:latin typeface="金梅浪漫原體字" pitchFamily="49" charset="-120"/>
                <a:ea typeface="金梅浪漫原體字" pitchFamily="49" charset="-120"/>
              </a:rPr>
              <a:t>50M</a:t>
            </a:r>
            <a:r>
              <a:rPr lang="zh-TW" altLang="en-US" sz="2800" b="1" dirty="0">
                <a:effectLst>
                  <a:outerShdw blurRad="38100" dist="38100" dir="2700000" algn="tl">
                    <a:srgbClr val="000000"/>
                  </a:outerShdw>
                </a:effectLst>
                <a:latin typeface="金梅浪漫原體字" pitchFamily="49" charset="-120"/>
                <a:ea typeface="金梅浪漫原體字" pitchFamily="49" charset="-120"/>
              </a:rPr>
              <a:t>的頻率被除</a:t>
            </a:r>
            <a:r>
              <a:rPr lang="zh-TW" altLang="en-US" sz="2800" b="1" dirty="0" smtClean="0">
                <a:effectLst>
                  <a:outerShdw blurRad="38100" dist="38100" dir="2700000" algn="tl">
                    <a:srgbClr val="000000"/>
                  </a:outerShdw>
                </a:effectLst>
                <a:latin typeface="金梅浪漫原體字" pitchFamily="49" charset="-120"/>
                <a:ea typeface="金梅浪漫原體字" pitchFamily="49" charset="-120"/>
              </a:rPr>
              <a:t>成約</a:t>
            </a:r>
            <a:r>
              <a:rPr lang="en-US" altLang="zh-TW" sz="2800" b="1" dirty="0" smtClean="0">
                <a:effectLst>
                  <a:outerShdw blurRad="38100" dist="38100" dir="2700000" algn="tl">
                    <a:srgbClr val="000000"/>
                  </a:outerShdw>
                </a:effectLst>
                <a:latin typeface="金梅浪漫原體字" pitchFamily="49" charset="-120"/>
                <a:ea typeface="金梅浪漫原體字" pitchFamily="49" charset="-120"/>
              </a:rPr>
              <a:t>3.125Hz</a:t>
            </a:r>
            <a:r>
              <a:rPr lang="zh-TW" altLang="en-US" sz="2800" b="1" dirty="0">
                <a:effectLst>
                  <a:outerShdw blurRad="38100" dist="38100" dir="2700000" algn="tl">
                    <a:srgbClr val="000000"/>
                  </a:outerShdw>
                </a:effectLst>
                <a:latin typeface="金梅浪漫原體字" pitchFamily="49" charset="-120"/>
                <a:ea typeface="金梅浪漫原體字" pitchFamily="49" charset="-120"/>
              </a:rPr>
              <a:t>，最後將正反器的輸出接到</a:t>
            </a:r>
            <a:r>
              <a:rPr lang="en-US" altLang="zh-TW" sz="2800" b="1" dirty="0">
                <a:effectLst>
                  <a:outerShdw blurRad="38100" dist="38100" dir="2700000" algn="tl">
                    <a:srgbClr val="000000"/>
                  </a:outerShdw>
                </a:effectLst>
                <a:latin typeface="金梅浪漫原體字" pitchFamily="49" charset="-120"/>
                <a:ea typeface="金梅浪漫原體字" pitchFamily="49" charset="-120"/>
              </a:rPr>
              <a:t>LED</a:t>
            </a:r>
            <a:r>
              <a:rPr lang="zh-TW" altLang="en-US" sz="2800" b="1" dirty="0">
                <a:effectLst>
                  <a:outerShdw blurRad="38100" dist="38100" dir="2700000" algn="tl">
                    <a:srgbClr val="000000"/>
                  </a:outerShdw>
                </a:effectLst>
                <a:latin typeface="金梅浪漫原體字" pitchFamily="49" charset="-120"/>
                <a:ea typeface="金梅浪漫原體字" pitchFamily="49" charset="-120"/>
              </a:rPr>
              <a:t>觀察。</a:t>
            </a:r>
            <a:endParaRPr lang="en-US" altLang="zh-TW" sz="2800" b="1" dirty="0">
              <a:effectLst>
                <a:outerShdw blurRad="38100" dist="38100" dir="2700000" algn="tl">
                  <a:srgbClr val="000000"/>
                </a:outerShdw>
              </a:effectLst>
              <a:latin typeface="金梅浪漫原體字" pitchFamily="49" charset="-120"/>
              <a:ea typeface="金梅浪漫原體字" pitchFamily="49" charset="-120"/>
            </a:endParaRPr>
          </a:p>
        </p:txBody>
      </p:sp>
      <p:cxnSp>
        <p:nvCxnSpPr>
          <p:cNvPr id="10244" name="直線接點 10"/>
          <p:cNvCxnSpPr>
            <a:cxnSpLocks noChangeShapeType="1"/>
          </p:cNvCxnSpPr>
          <p:nvPr/>
        </p:nvCxnSpPr>
        <p:spPr bwMode="auto">
          <a:xfrm rot="5400000" flipH="1" flipV="1">
            <a:off x="8458200" y="5791200"/>
            <a:ext cx="153988" cy="1588"/>
          </a:xfrm>
          <a:prstGeom prst="line">
            <a:avLst/>
          </a:prstGeom>
          <a:noFill/>
          <a:ln w="12700" algn="ctr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標題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 smtClean="0"/>
              <a:t>除以</a:t>
            </a:r>
            <a:r>
              <a:rPr lang="en-US" altLang="zh-TW" dirty="0" smtClean="0"/>
              <a:t>16M</a:t>
            </a:r>
            <a:r>
              <a:rPr lang="zh-TW" altLang="en-US" dirty="0" smtClean="0"/>
              <a:t>電路</a:t>
            </a:r>
            <a:endParaRPr lang="zh-TW" altLang="en-US" dirty="0"/>
          </a:p>
        </p:txBody>
      </p:sp>
      <p:sp>
        <p:nvSpPr>
          <p:cNvPr id="4" name="內容版面配置區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TW" altLang="en-US" dirty="0"/>
          </a:p>
        </p:txBody>
      </p:sp>
      <p:pic>
        <p:nvPicPr>
          <p:cNvPr id="5" name="圖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98594" y="333341"/>
            <a:ext cx="1952625" cy="1571625"/>
          </a:xfrm>
          <a:prstGeom prst="rect">
            <a:avLst/>
          </a:prstGeom>
        </p:spPr>
      </p:pic>
      <p:pic>
        <p:nvPicPr>
          <p:cNvPr id="6" name="圖片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00200" y="2085907"/>
            <a:ext cx="9669224" cy="41153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8992364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TW" altLang="en-US"/>
          </a:p>
        </p:txBody>
      </p:sp>
      <p:grpSp>
        <p:nvGrpSpPr>
          <p:cNvPr id="11" name="群組 10"/>
          <p:cNvGrpSpPr/>
          <p:nvPr/>
        </p:nvGrpSpPr>
        <p:grpSpPr>
          <a:xfrm>
            <a:off x="2209800" y="347197"/>
            <a:ext cx="7772400" cy="6120278"/>
            <a:chOff x="685800" y="347197"/>
            <a:chExt cx="7772400" cy="6120278"/>
          </a:xfrm>
        </p:grpSpPr>
        <p:grpSp>
          <p:nvGrpSpPr>
            <p:cNvPr id="5" name="群組 4"/>
            <p:cNvGrpSpPr/>
            <p:nvPr/>
          </p:nvGrpSpPr>
          <p:grpSpPr>
            <a:xfrm>
              <a:off x="685800" y="347197"/>
              <a:ext cx="7772400" cy="6120278"/>
              <a:chOff x="685800" y="347197"/>
              <a:chExt cx="7772400" cy="6120278"/>
            </a:xfrm>
          </p:grpSpPr>
          <p:pic>
            <p:nvPicPr>
              <p:cNvPr id="6" name="圖片 5"/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685800" y="390525"/>
                <a:ext cx="7772400" cy="6076950"/>
              </a:xfrm>
              <a:prstGeom prst="roundRect">
                <a:avLst>
                  <a:gd name="adj" fmla="val 1228"/>
                </a:avLst>
              </a:prstGeom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</p:pic>
          <p:sp>
            <p:nvSpPr>
              <p:cNvPr id="7" name="矩形 6"/>
              <p:cNvSpPr/>
              <p:nvPr/>
            </p:nvSpPr>
            <p:spPr>
              <a:xfrm>
                <a:off x="3585600" y="673200"/>
                <a:ext cx="396000" cy="216000"/>
              </a:xfrm>
              <a:prstGeom prst="rect">
                <a:avLst/>
              </a:prstGeom>
              <a:noFill/>
              <a:ln>
                <a:solidFill>
                  <a:srgbClr val="FF0000"/>
                </a:solidFill>
              </a:ln>
            </p:spPr>
            <p:style>
              <a:lnRef idx="2">
                <a:schemeClr val="accent3"/>
              </a:lnRef>
              <a:fillRef idx="1">
                <a:schemeClr val="lt1"/>
              </a:fillRef>
              <a:effectRef idx="0">
                <a:schemeClr val="accent3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8" name="矩形 7"/>
              <p:cNvSpPr/>
              <p:nvPr/>
            </p:nvSpPr>
            <p:spPr>
              <a:xfrm>
                <a:off x="3627147" y="347197"/>
                <a:ext cx="312906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altLang="zh-TW" dirty="0" smtClean="0">
                    <a:solidFill>
                      <a:srgbClr val="FF0000"/>
                    </a:solidFill>
                    <a:latin typeface="Arial Unicode MS" panose="020B0604020202020204" pitchFamily="34" charset="-120"/>
                    <a:ea typeface="Arial Unicode MS" panose="020B0604020202020204" pitchFamily="34" charset="-120"/>
                    <a:cs typeface="Arial Unicode MS" panose="020B0604020202020204" pitchFamily="34" charset="-120"/>
                  </a:rPr>
                  <a:t>1</a:t>
                </a:r>
                <a:endParaRPr lang="zh-TW" altLang="en-US" dirty="0">
                  <a:solidFill>
                    <a:srgbClr val="FF0000"/>
                  </a:solidFill>
                  <a:latin typeface="Arial Unicode MS" panose="020B0604020202020204" pitchFamily="34" charset="-120"/>
                  <a:ea typeface="Arial Unicode MS" panose="020B0604020202020204" pitchFamily="34" charset="-120"/>
                  <a:cs typeface="Arial Unicode MS" panose="020B0604020202020204" pitchFamily="34" charset="-120"/>
                </a:endParaRPr>
              </a:p>
            </p:txBody>
          </p:sp>
          <p:sp>
            <p:nvSpPr>
              <p:cNvPr id="9" name="矩形 8"/>
              <p:cNvSpPr/>
              <p:nvPr/>
            </p:nvSpPr>
            <p:spPr>
              <a:xfrm>
                <a:off x="3607200" y="1605600"/>
                <a:ext cx="1612872" cy="237600"/>
              </a:xfrm>
              <a:prstGeom prst="rect">
                <a:avLst/>
              </a:prstGeom>
              <a:noFill/>
              <a:ln>
                <a:solidFill>
                  <a:srgbClr val="FF0000"/>
                </a:solidFill>
              </a:ln>
            </p:spPr>
            <p:style>
              <a:lnRef idx="2">
                <a:schemeClr val="accent3"/>
              </a:lnRef>
              <a:fillRef idx="1">
                <a:schemeClr val="lt1"/>
              </a:fillRef>
              <a:effectRef idx="0">
                <a:schemeClr val="accent3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</p:grpSp>
        <p:sp>
          <p:nvSpPr>
            <p:cNvPr id="10" name="矩形 9"/>
            <p:cNvSpPr/>
            <p:nvPr/>
          </p:nvSpPr>
          <p:spPr>
            <a:xfrm>
              <a:off x="5292080" y="1539734"/>
              <a:ext cx="312906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TW" dirty="0" smtClean="0">
                  <a:solidFill>
                    <a:srgbClr val="FF0000"/>
                  </a:solidFill>
                  <a:latin typeface="Arial Unicode MS" panose="020B0604020202020204" pitchFamily="34" charset="-120"/>
                  <a:ea typeface="Arial Unicode MS" panose="020B0604020202020204" pitchFamily="34" charset="-120"/>
                  <a:cs typeface="Arial Unicode MS" panose="020B0604020202020204" pitchFamily="34" charset="-120"/>
                </a:rPr>
                <a:t>2</a:t>
              </a:r>
              <a:endParaRPr lang="zh-TW" altLang="en-US" dirty="0">
                <a:solidFill>
                  <a:srgbClr val="FF0000"/>
                </a:solidFill>
                <a:latin typeface="Arial Unicode MS" panose="020B0604020202020204" pitchFamily="34" charset="-120"/>
                <a:ea typeface="Arial Unicode MS" panose="020B0604020202020204" pitchFamily="34" charset="-120"/>
                <a:cs typeface="Arial Unicode MS" panose="020B0604020202020204" pitchFamily="34" charset="-12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015782056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TW" altLang="en-US"/>
          </a:p>
        </p:txBody>
      </p:sp>
      <p:grpSp>
        <p:nvGrpSpPr>
          <p:cNvPr id="4" name="群組 3"/>
          <p:cNvGrpSpPr/>
          <p:nvPr/>
        </p:nvGrpSpPr>
        <p:grpSpPr>
          <a:xfrm>
            <a:off x="2022082" y="390525"/>
            <a:ext cx="7960119" cy="6076950"/>
            <a:chOff x="498081" y="390525"/>
            <a:chExt cx="7960119" cy="6076950"/>
          </a:xfrm>
        </p:grpSpPr>
        <p:pic>
          <p:nvPicPr>
            <p:cNvPr id="5" name="圖片 4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85800" y="390525"/>
              <a:ext cx="7772400" cy="6076950"/>
            </a:xfrm>
            <a:prstGeom prst="roundRect">
              <a:avLst>
                <a:gd name="adj" fmla="val 1306"/>
              </a:avLst>
            </a:prstGeom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</p:pic>
        <p:sp>
          <p:nvSpPr>
            <p:cNvPr id="6" name="矩形 5"/>
            <p:cNvSpPr/>
            <p:nvPr/>
          </p:nvSpPr>
          <p:spPr>
            <a:xfrm>
              <a:off x="756000" y="669600"/>
              <a:ext cx="309600" cy="216000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3"/>
            </a:lnRef>
            <a:fillRef idx="1">
              <a:schemeClr val="lt1"/>
            </a:fillRef>
            <a:effectRef idx="0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7" name="矩形 6"/>
            <p:cNvSpPr/>
            <p:nvPr/>
          </p:nvSpPr>
          <p:spPr>
            <a:xfrm>
              <a:off x="498081" y="567423"/>
              <a:ext cx="312906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TW" dirty="0" smtClean="0">
                  <a:solidFill>
                    <a:srgbClr val="FF0000"/>
                  </a:solidFill>
                  <a:latin typeface="Arial Unicode MS" panose="020B0604020202020204" pitchFamily="34" charset="-120"/>
                  <a:ea typeface="Arial Unicode MS" panose="020B0604020202020204" pitchFamily="34" charset="-120"/>
                  <a:cs typeface="Arial Unicode MS" panose="020B0604020202020204" pitchFamily="34" charset="-120"/>
                </a:rPr>
                <a:t>1</a:t>
              </a:r>
              <a:endParaRPr lang="zh-TW" altLang="en-US" dirty="0">
                <a:solidFill>
                  <a:srgbClr val="FF0000"/>
                </a:solidFill>
                <a:latin typeface="Arial Unicode MS" panose="020B0604020202020204" pitchFamily="34" charset="-120"/>
                <a:ea typeface="Arial Unicode MS" panose="020B0604020202020204" pitchFamily="34" charset="-120"/>
                <a:cs typeface="Arial Unicode MS" panose="020B0604020202020204" pitchFamily="34" charset="-120"/>
              </a:endParaRPr>
            </a:p>
          </p:txBody>
        </p:sp>
        <p:sp>
          <p:nvSpPr>
            <p:cNvPr id="8" name="矩形 7"/>
            <p:cNvSpPr/>
            <p:nvPr/>
          </p:nvSpPr>
          <p:spPr>
            <a:xfrm>
              <a:off x="498081" y="819451"/>
              <a:ext cx="312906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TW" dirty="0" smtClean="0">
                  <a:solidFill>
                    <a:srgbClr val="FF0000"/>
                  </a:solidFill>
                  <a:latin typeface="Arial Unicode MS" panose="020B0604020202020204" pitchFamily="34" charset="-120"/>
                  <a:ea typeface="Arial Unicode MS" panose="020B0604020202020204" pitchFamily="34" charset="-120"/>
                  <a:cs typeface="Arial Unicode MS" panose="020B0604020202020204" pitchFamily="34" charset="-120"/>
                </a:rPr>
                <a:t>2</a:t>
              </a:r>
              <a:endParaRPr lang="zh-TW" altLang="en-US" dirty="0">
                <a:solidFill>
                  <a:srgbClr val="FF0000"/>
                </a:solidFill>
                <a:latin typeface="Arial Unicode MS" panose="020B0604020202020204" pitchFamily="34" charset="-120"/>
                <a:ea typeface="Arial Unicode MS" panose="020B0604020202020204" pitchFamily="34" charset="-120"/>
                <a:cs typeface="Arial Unicode MS" panose="020B0604020202020204" pitchFamily="34" charset="-120"/>
              </a:endParaRPr>
            </a:p>
          </p:txBody>
        </p:sp>
        <p:sp>
          <p:nvSpPr>
            <p:cNvPr id="9" name="矩形 8"/>
            <p:cNvSpPr/>
            <p:nvPr/>
          </p:nvSpPr>
          <p:spPr>
            <a:xfrm>
              <a:off x="756000" y="885600"/>
              <a:ext cx="1224136" cy="241254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3"/>
            </a:lnRef>
            <a:fillRef idx="1">
              <a:schemeClr val="lt1"/>
            </a:fillRef>
            <a:effectRef idx="0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2062686340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TW" altLang="en-US"/>
          </a:p>
        </p:txBody>
      </p:sp>
      <p:pic>
        <p:nvPicPr>
          <p:cNvPr id="9" name="圖片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19325" y="371475"/>
            <a:ext cx="7753350" cy="61150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7168303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SDC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 smtClean="0"/>
              <a:t>將</a:t>
            </a:r>
            <a:r>
              <a:rPr lang="en-US" altLang="zh-TW" dirty="0" smtClean="0"/>
              <a:t>SDC</a:t>
            </a:r>
            <a:r>
              <a:rPr lang="zh-TW" altLang="en-US" dirty="0" smtClean="0"/>
              <a:t>限制檔編輯好，存檔</a:t>
            </a:r>
            <a:endParaRPr lang="en-US" altLang="zh-TW" dirty="0" smtClean="0"/>
          </a:p>
          <a:p>
            <a:r>
              <a:rPr lang="zh-TW" altLang="en-US" dirty="0" smtClean="0"/>
              <a:t>回到主畫面</a:t>
            </a:r>
            <a:r>
              <a:rPr lang="zh-TW" altLang="en-US" dirty="0"/>
              <a:t>，</a:t>
            </a:r>
            <a:r>
              <a:rPr lang="en-US" altLang="zh-TW" dirty="0" smtClean="0"/>
              <a:t>Compile!</a:t>
            </a:r>
          </a:p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369089478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/>
          <p:cNvSpPr>
            <a:spLocks noGrp="1" noChangeArrowheads="1"/>
          </p:cNvSpPr>
          <p:nvPr>
            <p:ph type="title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r>
              <a:rPr lang="zh-TW" altLang="en-US" dirty="0" smtClean="0">
                <a:effectLst/>
              </a:rPr>
              <a:t>電路測試</a:t>
            </a:r>
          </a:p>
        </p:txBody>
      </p:sp>
      <p:sp>
        <p:nvSpPr>
          <p:cNvPr id="11267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r>
              <a:rPr lang="zh-TW" altLang="en-US" dirty="0" smtClean="0">
                <a:effectLst/>
              </a:rPr>
              <a:t>電路大約 </a:t>
            </a:r>
            <a:r>
              <a:rPr lang="en-US" altLang="zh-TW" dirty="0" smtClean="0">
                <a:effectLst/>
              </a:rPr>
              <a:t>16M/50M = 0.32</a:t>
            </a:r>
            <a:r>
              <a:rPr lang="zh-TW" altLang="en-US" dirty="0" smtClean="0">
                <a:effectLst/>
              </a:rPr>
              <a:t>秒閃爍一次。</a:t>
            </a:r>
            <a:endParaRPr lang="en-US" altLang="zh-TW" dirty="0" smtClean="0">
              <a:effectLst/>
            </a:endParaRPr>
          </a:p>
          <a:p>
            <a:r>
              <a:rPr lang="en-US" altLang="zh-TW" dirty="0" smtClean="0">
                <a:effectLst/>
              </a:rPr>
              <a:t>Demo!</a:t>
            </a:r>
            <a:endParaRPr lang="zh-TW" altLang="en-US" dirty="0" smtClean="0">
              <a:effectLst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zh-TW" dirty="0" smtClean="0"/>
              <a:t>Lab 4 final</a:t>
            </a:r>
          </a:p>
        </p:txBody>
      </p:sp>
      <p:sp>
        <p:nvSpPr>
          <p:cNvPr id="4" name="Rectangle 3"/>
          <p:cNvSpPr txBox="1">
            <a:spLocks noChangeArrowheads="1"/>
          </p:cNvSpPr>
          <p:nvPr/>
        </p:nvSpPr>
        <p:spPr bwMode="auto">
          <a:xfrm>
            <a:off x="812800" y="1447800"/>
            <a:ext cx="10845800" cy="5029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92075" tIns="46038" rIns="92075" bIns="46038"/>
          <a:lstStyle/>
          <a:p>
            <a:pPr marL="342900" indent="-342900" eaLnBrk="1" hangingPunct="1">
              <a:spcBef>
                <a:spcPct val="20000"/>
              </a:spcBef>
              <a:buClr>
                <a:schemeClr val="accent2"/>
              </a:buClr>
              <a:buSzPct val="80000"/>
              <a:defRPr/>
            </a:pPr>
            <a:r>
              <a:rPr lang="zh-TW" altLang="en-US" sz="2800" b="1" dirty="0">
                <a:effectLst>
                  <a:outerShdw blurRad="38100" dist="38100" dir="2700000" algn="tl">
                    <a:srgbClr val="000000"/>
                  </a:outerShdw>
                </a:effectLst>
                <a:latin typeface="金梅浪漫原體字" pitchFamily="49" charset="-120"/>
                <a:ea typeface="金梅浪漫原體字" pitchFamily="49" charset="-120"/>
              </a:rPr>
              <a:t>請設計一</a:t>
            </a:r>
            <a:r>
              <a:rPr lang="en-US" altLang="zh-TW" sz="2800" b="1" dirty="0">
                <a:effectLst>
                  <a:outerShdw blurRad="38100" dist="38100" dir="2700000" algn="tl">
                    <a:srgbClr val="000000"/>
                  </a:outerShdw>
                </a:effectLst>
                <a:latin typeface="金梅浪漫原體字" pitchFamily="49" charset="-120"/>
                <a:ea typeface="金梅浪漫原體字" pitchFamily="49" charset="-120"/>
              </a:rPr>
              <a:t>4-bit</a:t>
            </a:r>
            <a:r>
              <a:rPr lang="zh-TW" altLang="en-US" sz="2800" dirty="0">
                <a:latin typeface="金梅浪漫原體字" pitchFamily="49" charset="-120"/>
                <a:ea typeface="金梅浪漫原體字" pitchFamily="49" charset="-120"/>
              </a:rPr>
              <a:t>序列</a:t>
            </a:r>
            <a:r>
              <a:rPr lang="zh-TW" altLang="en-US" sz="2800" b="1" dirty="0">
                <a:effectLst>
                  <a:outerShdw blurRad="38100" dist="38100" dir="2700000" algn="tl">
                    <a:srgbClr val="000000"/>
                  </a:outerShdw>
                </a:effectLst>
                <a:latin typeface="金梅浪漫原體字" pitchFamily="49" charset="-120"/>
                <a:ea typeface="金梅浪漫原體字" pitchFamily="49" charset="-120"/>
              </a:rPr>
              <a:t>產生器，</a:t>
            </a:r>
            <a:r>
              <a:rPr lang="zh-TW" altLang="en-US" sz="2800" b="1" dirty="0" smtClean="0">
                <a:effectLst>
                  <a:outerShdw blurRad="38100" dist="38100" dir="2700000" algn="tl">
                    <a:srgbClr val="000000"/>
                  </a:outerShdw>
                </a:effectLst>
                <a:latin typeface="金梅浪漫原體字" pitchFamily="49" charset="-120"/>
                <a:ea typeface="金梅浪漫原體字" pitchFamily="49" charset="-120"/>
              </a:rPr>
              <a:t>會輸出</a:t>
            </a:r>
            <a:r>
              <a:rPr lang="zh-TW" altLang="en-US" sz="2800" b="1" dirty="0">
                <a:effectLst>
                  <a:outerShdw blurRad="38100" dist="38100" dir="2700000" algn="tl">
                    <a:srgbClr val="000000"/>
                  </a:outerShdw>
                </a:effectLst>
                <a:latin typeface="金梅浪漫原體字" pitchFamily="49" charset="-120"/>
                <a:ea typeface="金梅浪漫原體字" pitchFamily="49" charset="-120"/>
              </a:rPr>
              <a:t>學</a:t>
            </a:r>
            <a:r>
              <a:rPr lang="zh-TW" altLang="en-US" sz="2800" b="1" dirty="0" smtClean="0">
                <a:effectLst>
                  <a:outerShdw blurRad="38100" dist="38100" dir="2700000" algn="tl">
                    <a:srgbClr val="000000"/>
                  </a:outerShdw>
                </a:effectLst>
                <a:latin typeface="金梅浪漫原體字" pitchFamily="49" charset="-120"/>
                <a:ea typeface="金梅浪漫原體字" pitchFamily="49" charset="-120"/>
              </a:rPr>
              <a:t>號的後三碼至</a:t>
            </a:r>
            <a:r>
              <a:rPr lang="en-US" altLang="zh-TW" sz="2800" b="1" dirty="0">
                <a:effectLst>
                  <a:outerShdw blurRad="38100" dist="38100" dir="2700000" algn="tl">
                    <a:srgbClr val="000000"/>
                  </a:outerShdw>
                </a:effectLst>
                <a:latin typeface="金梅浪漫原體字" pitchFamily="49" charset="-120"/>
                <a:ea typeface="金梅浪漫原體字" pitchFamily="49" charset="-120"/>
              </a:rPr>
              <a:t>LED</a:t>
            </a:r>
            <a:r>
              <a:rPr lang="zh-TW" altLang="en-US" sz="2800" b="1" dirty="0">
                <a:effectLst>
                  <a:outerShdw blurRad="38100" dist="38100" dir="2700000" algn="tl">
                    <a:srgbClr val="000000"/>
                  </a:outerShdw>
                </a:effectLst>
                <a:latin typeface="金梅浪漫原體字" pitchFamily="49" charset="-120"/>
                <a:ea typeface="金梅浪漫原體字" pitchFamily="49" charset="-120"/>
              </a:rPr>
              <a:t>上</a:t>
            </a:r>
            <a:r>
              <a:rPr lang="zh-TW" altLang="en-US" sz="2800" b="1" dirty="0" smtClean="0">
                <a:effectLst>
                  <a:outerShdw blurRad="38100" dist="38100" dir="2700000" algn="tl">
                    <a:srgbClr val="000000"/>
                  </a:outerShdw>
                </a:effectLst>
                <a:latin typeface="金梅浪漫原體字" pitchFamily="49" charset="-120"/>
                <a:ea typeface="金梅浪漫原體字" pitchFamily="49" charset="-120"/>
              </a:rPr>
              <a:t>，記得要除頻。</a:t>
            </a:r>
            <a:endParaRPr lang="en-US" altLang="zh-TW" sz="2800" b="1" dirty="0">
              <a:effectLst>
                <a:outerShdw blurRad="38100" dist="38100" dir="2700000" algn="tl">
                  <a:srgbClr val="000000"/>
                </a:outerShdw>
              </a:effectLst>
              <a:latin typeface="金梅浪漫原體字" pitchFamily="49" charset="-120"/>
              <a:ea typeface="金梅浪漫原體字" pitchFamily="49" charset="-120"/>
            </a:endParaRPr>
          </a:p>
        </p:txBody>
      </p:sp>
      <p:pic>
        <p:nvPicPr>
          <p:cNvPr id="5" name="圖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90800" y="2362200"/>
            <a:ext cx="7567762" cy="4038600"/>
          </a:xfrm>
          <a:prstGeom prst="rect">
            <a:avLst/>
          </a:prstGeom>
        </p:spPr>
      </p:pic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 smtClean="0"/>
              <a:t>設計步驟</a:t>
            </a:r>
            <a:endParaRPr lang="zh-TW" altLang="en-US" dirty="0"/>
          </a:p>
        </p:txBody>
      </p:sp>
      <p:sp>
        <p:nvSpPr>
          <p:cNvPr id="4" name="內容版面配置區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 smtClean="0"/>
              <a:t>畫出狀態圖</a:t>
            </a:r>
            <a:endParaRPr lang="en-US" altLang="zh-TW" dirty="0" smtClean="0"/>
          </a:p>
          <a:p>
            <a:r>
              <a:rPr lang="zh-TW" altLang="en-US" dirty="0" smtClean="0"/>
              <a:t>畫出結構圖</a:t>
            </a:r>
            <a:endParaRPr lang="en-US" altLang="zh-TW" dirty="0" smtClean="0"/>
          </a:p>
          <a:p>
            <a:r>
              <a:rPr lang="zh-TW" altLang="en-US" dirty="0" smtClean="0"/>
              <a:t>狀態編碼</a:t>
            </a:r>
            <a:endParaRPr lang="en-US" altLang="zh-TW" dirty="0" smtClean="0"/>
          </a:p>
          <a:p>
            <a:r>
              <a:rPr lang="zh-TW" altLang="en-US" dirty="0" smtClean="0"/>
              <a:t>求出真值表</a:t>
            </a:r>
            <a:endParaRPr lang="en-US" altLang="zh-TW" dirty="0" smtClean="0"/>
          </a:p>
          <a:p>
            <a:r>
              <a:rPr lang="zh-TW" altLang="en-US" dirty="0" smtClean="0"/>
              <a:t>求出組合邏輯電路</a:t>
            </a:r>
            <a:endParaRPr lang="en-US" altLang="zh-TW" dirty="0" smtClean="0"/>
          </a:p>
          <a:p>
            <a:r>
              <a:rPr lang="zh-TW" altLang="en-US" dirty="0" smtClean="0"/>
              <a:t>模擬</a:t>
            </a:r>
            <a:endParaRPr lang="en-US" altLang="zh-TW" dirty="0" smtClean="0"/>
          </a:p>
          <a:p>
            <a:r>
              <a:rPr lang="zh-TW" altLang="en-US" dirty="0" smtClean="0"/>
              <a:t>接上除頻電路、實驗</a:t>
            </a:r>
            <a:endParaRPr lang="en-US" altLang="zh-TW" dirty="0" smtClean="0"/>
          </a:p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339271035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畫出</a:t>
            </a:r>
            <a:r>
              <a:rPr lang="zh-TW" altLang="en-US" dirty="0" smtClean="0"/>
              <a:t>狀態圖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TW" altLang="en-US"/>
          </a:p>
        </p:txBody>
      </p:sp>
      <p:pic>
        <p:nvPicPr>
          <p:cNvPr id="6" name="圖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76400" y="1160759"/>
            <a:ext cx="8966111" cy="51857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7456417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 smtClean="0"/>
              <a:t>畫出結構圖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TW" altLang="en-US"/>
          </a:p>
        </p:txBody>
      </p:sp>
      <p:pic>
        <p:nvPicPr>
          <p:cNvPr id="5" name="圖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0" y="1066800"/>
            <a:ext cx="6391444" cy="55254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1372654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 smtClean="0"/>
              <a:t>編碼、求出真值表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2362200" y="1606572"/>
            <a:ext cx="8077200" cy="4611688"/>
          </a:xfrm>
        </p:spPr>
        <p:txBody>
          <a:bodyPr/>
          <a:lstStyle/>
          <a:p>
            <a:r>
              <a:rPr lang="en-US" altLang="zh-TW" dirty="0" smtClean="0"/>
              <a:t>S0=000</a:t>
            </a:r>
          </a:p>
          <a:p>
            <a:r>
              <a:rPr lang="en-US" altLang="zh-TW" dirty="0" smtClean="0"/>
              <a:t>S1=001</a:t>
            </a:r>
          </a:p>
          <a:p>
            <a:r>
              <a:rPr lang="en-US" altLang="zh-TW" dirty="0" smtClean="0"/>
              <a:t>S2=010</a:t>
            </a:r>
          </a:p>
          <a:p>
            <a:r>
              <a:rPr lang="en-US" altLang="zh-TW" dirty="0" smtClean="0"/>
              <a:t>S3=011</a:t>
            </a:r>
          </a:p>
          <a:p>
            <a:r>
              <a:rPr lang="en-US" altLang="zh-TW" dirty="0" smtClean="0"/>
              <a:t>S4=100</a:t>
            </a:r>
          </a:p>
          <a:p>
            <a:r>
              <a:rPr lang="en-US" altLang="zh-TW" dirty="0" smtClean="0"/>
              <a:t>S5=101</a:t>
            </a:r>
          </a:p>
          <a:p>
            <a:r>
              <a:rPr lang="en-US" altLang="zh-TW" dirty="0" smtClean="0"/>
              <a:t>S6=110</a:t>
            </a:r>
            <a:endParaRPr lang="zh-TW" altLang="en-US" dirty="0"/>
          </a:p>
        </p:txBody>
      </p:sp>
      <p:pic>
        <p:nvPicPr>
          <p:cNvPr id="9" name="圖片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48200" y="1066800"/>
            <a:ext cx="6044641" cy="55956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008750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 smtClean="0"/>
              <a:t>求出組合</a:t>
            </a:r>
            <a:r>
              <a:rPr lang="zh-TW" altLang="en-US" dirty="0"/>
              <a:t>邏輯</a:t>
            </a:r>
            <a:r>
              <a:rPr lang="zh-TW" altLang="en-US" dirty="0" smtClean="0"/>
              <a:t>電路方程式</a:t>
            </a:r>
            <a:endParaRPr lang="zh-TW" altLang="en-US" dirty="0"/>
          </a:p>
        </p:txBody>
      </p:sp>
      <p:sp>
        <p:nvSpPr>
          <p:cNvPr id="4" name="內容版面配置區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3" name="文字方塊 2"/>
          <p:cNvSpPr txBox="1"/>
          <p:nvPr/>
        </p:nvSpPr>
        <p:spPr>
          <a:xfrm>
            <a:off x="5257800" y="3276600"/>
            <a:ext cx="2438400" cy="381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TW" altLang="en-US" dirty="0"/>
          </a:p>
        </p:txBody>
      </p:sp>
      <p:pic>
        <p:nvPicPr>
          <p:cNvPr id="8" name="圖片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00309" y="3886200"/>
            <a:ext cx="6374623" cy="2732678"/>
          </a:xfrm>
          <a:prstGeom prst="rect">
            <a:avLst/>
          </a:prstGeom>
        </p:spPr>
      </p:pic>
      <p:pic>
        <p:nvPicPr>
          <p:cNvPr id="10" name="圖片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00309" y="1072005"/>
            <a:ext cx="8238123" cy="26617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3893225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Combinational Logic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TW" altLang="en-US"/>
          </a:p>
        </p:txBody>
      </p:sp>
      <p:pic>
        <p:nvPicPr>
          <p:cNvPr id="8" name="圖片 7"/>
          <p:cNvPicPr>
            <a:picLocks noChangeAspect="1"/>
          </p:cNvPicPr>
          <p:nvPr/>
        </p:nvPicPr>
        <p:blipFill rotWithShape="1">
          <a:blip r:embed="rId2"/>
          <a:srcRect b="75855"/>
          <a:stretch/>
        </p:blipFill>
        <p:spPr>
          <a:xfrm>
            <a:off x="613529" y="1212805"/>
            <a:ext cx="10964941" cy="855423"/>
          </a:xfrm>
          <a:prstGeom prst="rect">
            <a:avLst/>
          </a:prstGeom>
        </p:spPr>
      </p:pic>
      <p:pic>
        <p:nvPicPr>
          <p:cNvPr id="9" name="圖片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97615" y="2220628"/>
            <a:ext cx="8792802" cy="3429479"/>
          </a:xfrm>
          <a:prstGeom prst="rect">
            <a:avLst/>
          </a:prstGeom>
        </p:spPr>
      </p:pic>
      <p:pic>
        <p:nvPicPr>
          <p:cNvPr id="10" name="圖片 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1079" y="2524494"/>
            <a:ext cx="1671395" cy="15330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9536483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Combinational Logic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TW" altLang="en-US" dirty="0"/>
          </a:p>
        </p:txBody>
      </p:sp>
      <p:pic>
        <p:nvPicPr>
          <p:cNvPr id="9" name="圖片 8"/>
          <p:cNvPicPr>
            <a:picLocks noChangeAspect="1"/>
          </p:cNvPicPr>
          <p:nvPr/>
        </p:nvPicPr>
        <p:blipFill rotWithShape="1">
          <a:blip r:embed="rId2"/>
          <a:srcRect t="22706" b="25765"/>
          <a:stretch/>
        </p:blipFill>
        <p:spPr>
          <a:xfrm>
            <a:off x="1199483" y="1154772"/>
            <a:ext cx="8238123" cy="1371600"/>
          </a:xfrm>
          <a:prstGeom prst="rect">
            <a:avLst/>
          </a:prstGeom>
        </p:spPr>
      </p:pic>
      <p:pic>
        <p:nvPicPr>
          <p:cNvPr id="10" name="圖片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6039" y="2674333"/>
            <a:ext cx="1762371" cy="1590897"/>
          </a:xfrm>
          <a:prstGeom prst="rect">
            <a:avLst/>
          </a:prstGeom>
        </p:spPr>
      </p:pic>
      <p:pic>
        <p:nvPicPr>
          <p:cNvPr id="11" name="圖片 1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38400" y="2674333"/>
            <a:ext cx="9573961" cy="41249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835638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Combinational Logic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TW" altLang="en-US"/>
          </a:p>
        </p:txBody>
      </p:sp>
      <p:pic>
        <p:nvPicPr>
          <p:cNvPr id="4" name="圖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3400" y="2298420"/>
            <a:ext cx="1498492" cy="1429331"/>
          </a:xfrm>
          <a:prstGeom prst="rect">
            <a:avLst/>
          </a:prstGeom>
        </p:spPr>
      </p:pic>
      <p:pic>
        <p:nvPicPr>
          <p:cNvPr id="9" name="圖片 8"/>
          <p:cNvPicPr>
            <a:picLocks noChangeAspect="1"/>
          </p:cNvPicPr>
          <p:nvPr/>
        </p:nvPicPr>
        <p:blipFill rotWithShape="1">
          <a:blip r:embed="rId3"/>
          <a:srcRect t="74235"/>
          <a:stretch/>
        </p:blipFill>
        <p:spPr>
          <a:xfrm>
            <a:off x="1752600" y="1447800"/>
            <a:ext cx="8238123" cy="685800"/>
          </a:xfrm>
          <a:prstGeom prst="rect">
            <a:avLst/>
          </a:prstGeom>
        </p:spPr>
      </p:pic>
      <p:pic>
        <p:nvPicPr>
          <p:cNvPr id="10" name="圖片 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09800" y="2281060"/>
            <a:ext cx="9573961" cy="32008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9597485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Combinational Logic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TW" altLang="en-US"/>
          </a:p>
        </p:txBody>
      </p:sp>
      <p:pic>
        <p:nvPicPr>
          <p:cNvPr id="7" name="圖片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02681" y="3361018"/>
            <a:ext cx="2472511" cy="1711738"/>
          </a:xfrm>
          <a:prstGeom prst="rect">
            <a:avLst/>
          </a:prstGeom>
        </p:spPr>
      </p:pic>
      <p:pic>
        <p:nvPicPr>
          <p:cNvPr id="9" name="圖片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01702" y="3305268"/>
            <a:ext cx="7424239" cy="3534977"/>
          </a:xfrm>
          <a:prstGeom prst="rect">
            <a:avLst/>
          </a:prstGeom>
        </p:spPr>
      </p:pic>
      <p:pic>
        <p:nvPicPr>
          <p:cNvPr id="10" name="圖片 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52600" y="1105437"/>
            <a:ext cx="6808366" cy="21998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5115746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 smtClean="0"/>
              <a:t>狀態暫存器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TW" altLang="en-US"/>
          </a:p>
        </p:txBody>
      </p:sp>
      <p:pic>
        <p:nvPicPr>
          <p:cNvPr id="5" name="圖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91000" y="838200"/>
            <a:ext cx="7554379" cy="5591955"/>
          </a:xfrm>
          <a:prstGeom prst="rect">
            <a:avLst/>
          </a:prstGeom>
        </p:spPr>
      </p:pic>
      <p:pic>
        <p:nvPicPr>
          <p:cNvPr id="6" name="圖片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22702" y="1732246"/>
            <a:ext cx="2358396" cy="19019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075424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FSM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TW" altLang="en-US"/>
          </a:p>
        </p:txBody>
      </p:sp>
      <p:pic>
        <p:nvPicPr>
          <p:cNvPr id="7" name="圖片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29325" y="1297619"/>
            <a:ext cx="1952898" cy="1952898"/>
          </a:xfrm>
          <a:prstGeom prst="rect">
            <a:avLst/>
          </a:prstGeom>
        </p:spPr>
      </p:pic>
      <p:pic>
        <p:nvPicPr>
          <p:cNvPr id="8" name="圖片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20202" y="1295400"/>
            <a:ext cx="6630325" cy="30484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6454138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 smtClean="0"/>
              <a:t>模擬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TW" altLang="en-US"/>
          </a:p>
        </p:txBody>
      </p:sp>
      <p:pic>
        <p:nvPicPr>
          <p:cNvPr id="6" name="圖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62200" y="723900"/>
            <a:ext cx="6154009" cy="2333951"/>
          </a:xfrm>
          <a:prstGeom prst="rect">
            <a:avLst/>
          </a:prstGeom>
        </p:spPr>
      </p:pic>
      <p:pic>
        <p:nvPicPr>
          <p:cNvPr id="5" name="圖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2085" y="3599759"/>
            <a:ext cx="10545647" cy="14194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8154148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Output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TW" altLang="en-US"/>
          </a:p>
        </p:txBody>
      </p:sp>
      <p:pic>
        <p:nvPicPr>
          <p:cNvPr id="6" name="圖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4998" y="3037267"/>
            <a:ext cx="1562318" cy="1895740"/>
          </a:xfrm>
          <a:prstGeom prst="rect">
            <a:avLst/>
          </a:prstGeom>
        </p:spPr>
      </p:pic>
      <p:pic>
        <p:nvPicPr>
          <p:cNvPr id="4" name="圖片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91009" y="171635"/>
            <a:ext cx="6345291" cy="2727790"/>
          </a:xfrm>
          <a:prstGeom prst="rect">
            <a:avLst/>
          </a:prstGeom>
        </p:spPr>
      </p:pic>
      <p:pic>
        <p:nvPicPr>
          <p:cNvPr id="5" name="圖片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84351" y="3048000"/>
            <a:ext cx="9231013" cy="37152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0021491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 smtClean="0"/>
              <a:t>模擬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TW" altLang="en-US" dirty="0"/>
          </a:p>
        </p:txBody>
      </p:sp>
      <p:pic>
        <p:nvPicPr>
          <p:cNvPr id="5" name="圖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81536" y="1324903"/>
            <a:ext cx="7611537" cy="2581635"/>
          </a:xfrm>
          <a:prstGeom prst="rect">
            <a:avLst/>
          </a:prstGeom>
        </p:spPr>
      </p:pic>
      <p:pic>
        <p:nvPicPr>
          <p:cNvPr id="6" name="圖片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25372" y="1295400"/>
            <a:ext cx="2734057" cy="2762636"/>
          </a:xfrm>
          <a:prstGeom prst="rect">
            <a:avLst/>
          </a:prstGeom>
        </p:spPr>
      </p:pic>
      <p:pic>
        <p:nvPicPr>
          <p:cNvPr id="8" name="圖片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8756" y="4358115"/>
            <a:ext cx="11688806" cy="15527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9102004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Top Module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TW" altLang="en-US" dirty="0"/>
          </a:p>
        </p:txBody>
      </p:sp>
      <p:pic>
        <p:nvPicPr>
          <p:cNvPr id="5" name="圖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70830" y="382841"/>
            <a:ext cx="1655676" cy="2252977"/>
          </a:xfrm>
          <a:prstGeom prst="rect">
            <a:avLst/>
          </a:prstGeom>
        </p:spPr>
      </p:pic>
      <p:grpSp>
        <p:nvGrpSpPr>
          <p:cNvPr id="10" name="群組 9"/>
          <p:cNvGrpSpPr/>
          <p:nvPr/>
        </p:nvGrpSpPr>
        <p:grpSpPr>
          <a:xfrm>
            <a:off x="208123" y="2993129"/>
            <a:ext cx="11861137" cy="3492639"/>
            <a:chOff x="208123" y="2993129"/>
            <a:chExt cx="11861137" cy="3492639"/>
          </a:xfrm>
        </p:grpSpPr>
        <p:pic>
          <p:nvPicPr>
            <p:cNvPr id="7" name="圖片 6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08123" y="2993129"/>
              <a:ext cx="11861137" cy="3492639"/>
            </a:xfrm>
            <a:prstGeom prst="rect">
              <a:avLst/>
            </a:prstGeom>
          </p:spPr>
        </p:pic>
        <p:sp>
          <p:nvSpPr>
            <p:cNvPr id="9" name="橢圓 8"/>
            <p:cNvSpPr/>
            <p:nvPr/>
          </p:nvSpPr>
          <p:spPr bwMode="auto">
            <a:xfrm>
              <a:off x="3352800" y="3657600"/>
              <a:ext cx="990600" cy="457200"/>
            </a:xfrm>
            <a:prstGeom prst="ellipse">
              <a:avLst/>
            </a:prstGeom>
            <a:noFill/>
            <a:ln w="38100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zh-TW" alt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標楷體" pitchFamily="65" charset="-120"/>
              </a:endParaRPr>
            </a:p>
          </p:txBody>
        </p:sp>
      </p:grpSp>
      <p:pic>
        <p:nvPicPr>
          <p:cNvPr id="11" name="圖片 1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54497" y="402749"/>
            <a:ext cx="6477332" cy="2233069"/>
          </a:xfrm>
          <a:prstGeom prst="rect">
            <a:avLst/>
          </a:prstGeom>
        </p:spPr>
      </p:pic>
      <p:sp>
        <p:nvSpPr>
          <p:cNvPr id="12" name="向右箭號 11"/>
          <p:cNvSpPr/>
          <p:nvPr/>
        </p:nvSpPr>
        <p:spPr bwMode="auto">
          <a:xfrm rot="19420544">
            <a:off x="4790767" y="2946879"/>
            <a:ext cx="2320749" cy="711063"/>
          </a:xfrm>
          <a:prstGeom prst="rightArrow">
            <a:avLst>
              <a:gd name="adj1" fmla="val 48924"/>
              <a:gd name="adj2" fmla="val 119043"/>
            </a:avLst>
          </a:prstGeom>
          <a:solidFill>
            <a:srgbClr val="FF0000"/>
          </a:solidFill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TW" alt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標楷體" pitchFamily="65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526705875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>
                <a:solidFill>
                  <a:srgbClr val="FF0000"/>
                </a:solidFill>
              </a:rPr>
              <a:t>SDC FILE</a:t>
            </a:r>
            <a:endParaRPr lang="zh-TW" altLang="en-US" dirty="0">
              <a:solidFill>
                <a:srgbClr val="FF0000"/>
              </a:solidFill>
            </a:endParaRP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 smtClean="0">
                <a:solidFill>
                  <a:srgbClr val="FF0000"/>
                </a:solidFill>
              </a:rPr>
              <a:t>Don’t forget </a:t>
            </a:r>
            <a:r>
              <a:rPr lang="en-US" altLang="zh-TW" dirty="0" err="1" smtClean="0">
                <a:solidFill>
                  <a:srgbClr val="FF0000"/>
                </a:solidFill>
              </a:rPr>
              <a:t>sdc</a:t>
            </a:r>
            <a:r>
              <a:rPr lang="en-US" altLang="zh-TW" dirty="0" smtClean="0">
                <a:solidFill>
                  <a:srgbClr val="FF0000"/>
                </a:solidFill>
              </a:rPr>
              <a:t> file!</a:t>
            </a:r>
            <a:endParaRPr lang="zh-TW" altLang="en-US" dirty="0">
              <a:solidFill>
                <a:srgbClr val="FF0000"/>
              </a:solidFill>
            </a:endParaRPr>
          </a:p>
        </p:txBody>
      </p:sp>
      <p:pic>
        <p:nvPicPr>
          <p:cNvPr id="4" name="圖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5400" y="2286000"/>
            <a:ext cx="9231430" cy="16201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3125089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Demo Video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149876561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專案概觀">
  <a:themeElements>
    <a:clrScheme name="專案概觀 1">
      <a:dk1>
        <a:srgbClr val="000000"/>
      </a:dk1>
      <a:lt1>
        <a:srgbClr val="FFFFFF"/>
      </a:lt1>
      <a:dk2>
        <a:srgbClr val="0066CC"/>
      </a:dk2>
      <a:lt2>
        <a:srgbClr val="CBCBCB"/>
      </a:lt2>
      <a:accent1>
        <a:srgbClr val="00CCFF"/>
      </a:accent1>
      <a:accent2>
        <a:srgbClr val="00FFCC"/>
      </a:accent2>
      <a:accent3>
        <a:srgbClr val="AAB8E2"/>
      </a:accent3>
      <a:accent4>
        <a:srgbClr val="DADADA"/>
      </a:accent4>
      <a:accent5>
        <a:srgbClr val="AAE2FF"/>
      </a:accent5>
      <a:accent6>
        <a:srgbClr val="00E7B9"/>
      </a:accent6>
      <a:hlink>
        <a:srgbClr val="FF3300"/>
      </a:hlink>
      <a:folHlink>
        <a:srgbClr val="FF7C80"/>
      </a:folHlink>
    </a:clrScheme>
    <a:fontScheme name="專案概觀">
      <a:majorFont>
        <a:latin typeface="Tempus Sans ITC"/>
        <a:ea typeface="金梅浪漫原體字"/>
        <a:cs typeface=""/>
      </a:majorFont>
      <a:minorFont>
        <a:latin typeface="Tempus Sans ITC"/>
        <a:ea typeface="金梅浪漫原體字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zh-TW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標楷體" pitchFamily="65" charset="-12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zh-TW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標楷體" pitchFamily="65" charset="-120"/>
          </a:defRPr>
        </a:defPPr>
      </a:lstStyle>
    </a:lnDef>
  </a:objectDefaults>
  <a:extraClrSchemeLst>
    <a:extraClrScheme>
      <a:clrScheme name="專案概觀 1">
        <a:dk1>
          <a:srgbClr val="000000"/>
        </a:dk1>
        <a:lt1>
          <a:srgbClr val="FFFFFF"/>
        </a:lt1>
        <a:dk2>
          <a:srgbClr val="0066CC"/>
        </a:dk2>
        <a:lt2>
          <a:srgbClr val="CBCBCB"/>
        </a:lt2>
        <a:accent1>
          <a:srgbClr val="00CCFF"/>
        </a:accent1>
        <a:accent2>
          <a:srgbClr val="00FFCC"/>
        </a:accent2>
        <a:accent3>
          <a:srgbClr val="AAB8E2"/>
        </a:accent3>
        <a:accent4>
          <a:srgbClr val="DADADA"/>
        </a:accent4>
        <a:accent5>
          <a:srgbClr val="AAE2FF"/>
        </a:accent5>
        <a:accent6>
          <a:srgbClr val="00E7B9"/>
        </a:accent6>
        <a:hlink>
          <a:srgbClr val="FF3300"/>
        </a:hlink>
        <a:folHlink>
          <a:srgbClr val="FF7C8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專案概觀 2">
        <a:dk1>
          <a:srgbClr val="000000"/>
        </a:dk1>
        <a:lt1>
          <a:srgbClr val="FFFFFF"/>
        </a:lt1>
        <a:dk2>
          <a:srgbClr val="000000"/>
        </a:dk2>
        <a:lt2>
          <a:srgbClr val="868686"/>
        </a:lt2>
        <a:accent1>
          <a:srgbClr val="3366FF"/>
        </a:accent1>
        <a:accent2>
          <a:srgbClr val="009900"/>
        </a:accent2>
        <a:accent3>
          <a:srgbClr val="FFFFFF"/>
        </a:accent3>
        <a:accent4>
          <a:srgbClr val="000000"/>
        </a:accent4>
        <a:accent5>
          <a:srgbClr val="ADB8FF"/>
        </a:accent5>
        <a:accent6>
          <a:srgbClr val="008A00"/>
        </a:accent6>
        <a:hlink>
          <a:srgbClr val="FF0033"/>
        </a:hlink>
        <a:folHlink>
          <a:srgbClr val="CCCC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專案概觀 3">
        <a:dk1>
          <a:srgbClr val="000000"/>
        </a:dk1>
        <a:lt1>
          <a:srgbClr val="FFFFFF"/>
        </a:lt1>
        <a:dk2>
          <a:srgbClr val="000000"/>
        </a:dk2>
        <a:lt2>
          <a:srgbClr val="868686"/>
        </a:lt2>
        <a:accent1>
          <a:srgbClr val="EAEAEA"/>
        </a:accent1>
        <a:accent2>
          <a:srgbClr val="5F5F5F"/>
        </a:accent2>
        <a:accent3>
          <a:srgbClr val="FFFFFF"/>
        </a:accent3>
        <a:accent4>
          <a:srgbClr val="000000"/>
        </a:accent4>
        <a:accent5>
          <a:srgbClr val="F3F3F3"/>
        </a:accent5>
        <a:accent6>
          <a:srgbClr val="555555"/>
        </a:accent6>
        <a:hlink>
          <a:srgbClr val="969696"/>
        </a:hlink>
        <a:folHlink>
          <a:srgbClr val="CBCBCB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佈景主題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佈景主題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Evolutionary Development of Hierarchical Learning Structures</Template>
  <TotalTime>16085</TotalTime>
  <Words>248</Words>
  <Application>Microsoft Office PowerPoint</Application>
  <PresentationFormat>寬螢幕</PresentationFormat>
  <Paragraphs>66</Paragraphs>
  <Slides>33</Slides>
  <Notes>2</Notes>
  <HiddenSlides>0</HiddenSlides>
  <MMClips>0</MMClips>
  <ScaleCrop>false</ScaleCrop>
  <HeadingPairs>
    <vt:vector size="6" baseType="variant">
      <vt:variant>
        <vt:lpstr>使用字型</vt:lpstr>
      </vt:variant>
      <vt:variant>
        <vt:i4>9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33</vt:i4>
      </vt:variant>
    </vt:vector>
  </HeadingPairs>
  <TitlesOfParts>
    <vt:vector size="43" baseType="lpstr">
      <vt:lpstr>Arial Unicode MS</vt:lpstr>
      <vt:lpstr>金梅浪漫原體字</vt:lpstr>
      <vt:lpstr>華康唐風隸</vt:lpstr>
      <vt:lpstr>新細明體</vt:lpstr>
      <vt:lpstr>標楷體</vt:lpstr>
      <vt:lpstr>Arial</vt:lpstr>
      <vt:lpstr>Tempus Sans ITC</vt:lpstr>
      <vt:lpstr>Times New Roman</vt:lpstr>
      <vt:lpstr>Wingdings</vt:lpstr>
      <vt:lpstr>專案概觀</vt:lpstr>
      <vt:lpstr>Lab 4</vt:lpstr>
      <vt:lpstr>D型正反器my_dff</vt:lpstr>
      <vt:lpstr>Simulation Result</vt:lpstr>
      <vt:lpstr>以my_dff設計my_tff</vt:lpstr>
      <vt:lpstr>模擬</vt:lpstr>
      <vt:lpstr>除以4電路</vt:lpstr>
      <vt:lpstr>除以16電路與模擬</vt:lpstr>
      <vt:lpstr>結果</vt:lpstr>
      <vt:lpstr>除頻電路</vt:lpstr>
      <vt:lpstr>除以16M電路</vt:lpstr>
      <vt:lpstr>PowerPoint 簡報</vt:lpstr>
      <vt:lpstr>PowerPoint 簡報</vt:lpstr>
      <vt:lpstr>PowerPoint 簡報</vt:lpstr>
      <vt:lpstr>SDC</vt:lpstr>
      <vt:lpstr>電路測試</vt:lpstr>
      <vt:lpstr>Lab 4 final</vt:lpstr>
      <vt:lpstr>設計步驟</vt:lpstr>
      <vt:lpstr>畫出狀態圖</vt:lpstr>
      <vt:lpstr>畫出結構圖</vt:lpstr>
      <vt:lpstr>編碼、求出真值表</vt:lpstr>
      <vt:lpstr>求出組合邏輯電路方程式</vt:lpstr>
      <vt:lpstr>Combinational Logic</vt:lpstr>
      <vt:lpstr>Combinational Logic</vt:lpstr>
      <vt:lpstr>Combinational Logic</vt:lpstr>
      <vt:lpstr>Combinational Logic</vt:lpstr>
      <vt:lpstr>狀態暫存器</vt:lpstr>
      <vt:lpstr>FSM</vt:lpstr>
      <vt:lpstr>模擬</vt:lpstr>
      <vt:lpstr>Output</vt:lpstr>
      <vt:lpstr>模擬</vt:lpstr>
      <vt:lpstr>Top Module</vt:lpstr>
      <vt:lpstr>SDC FILE</vt:lpstr>
      <vt:lpstr>Demo Video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user</dc:creator>
  <cp:lastModifiedBy>user</cp:lastModifiedBy>
  <cp:revision>517</cp:revision>
  <cp:lastPrinted>1601-01-01T00:00:00Z</cp:lastPrinted>
  <dcterms:created xsi:type="dcterms:W3CDTF">1601-01-01T00:00:00Z</dcterms:created>
  <dcterms:modified xsi:type="dcterms:W3CDTF">2024-05-24T03:55:16Z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Version">
    <vt:i4>1</vt:i4>
  </property>
</Properties>
</file>